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handoutMasterIdLst>
    <p:handoutMasterId r:id="rId24"/>
  </p:handoutMasterIdLst>
  <p:sldIdLst>
    <p:sldId id="256" r:id="rId2"/>
    <p:sldId id="257" r:id="rId3"/>
    <p:sldId id="258" r:id="rId4"/>
    <p:sldId id="259" r:id="rId5"/>
    <p:sldId id="260" r:id="rId6"/>
    <p:sldId id="261" r:id="rId7"/>
    <p:sldId id="262" r:id="rId8"/>
    <p:sldId id="263" r:id="rId9"/>
    <p:sldId id="273" r:id="rId10"/>
    <p:sldId id="274" r:id="rId11"/>
    <p:sldId id="272" r:id="rId12"/>
    <p:sldId id="275" r:id="rId13"/>
    <p:sldId id="265" r:id="rId14"/>
    <p:sldId id="276" r:id="rId15"/>
    <p:sldId id="277" r:id="rId16"/>
    <p:sldId id="271" r:id="rId17"/>
    <p:sldId id="268" r:id="rId18"/>
    <p:sldId id="264" r:id="rId19"/>
    <p:sldId id="267" r:id="rId20"/>
    <p:sldId id="269" r:id="rId21"/>
    <p:sldId id="270" r:id="rId22"/>
  </p:sldIdLst>
  <p:sldSz cx="18288000" cy="10287000"/>
  <p:notesSz cx="6858000" cy="9144000"/>
  <p:embeddedFontLst>
    <p:embeddedFont>
      <p:font typeface="Calibri (MS)" panose="020B0604020202020204" charset="0"/>
      <p:regular r:id="rId25"/>
    </p:embeddedFont>
    <p:embeddedFont>
      <p:font typeface="Calibri (MS) Bold" panose="020B0604020202020204" charset="0"/>
      <p:regular r:id="rId26"/>
    </p:embeddedFont>
    <p:embeddedFont>
      <p:font typeface="Times New Roman Bold" panose="02020803070505020304" pitchFamily="18" charset="0"/>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654BE6-930C-4BDC-A9D1-C2C7D23E09BE}" v="187" dt="2026-03-27T19:08:33.7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t Danve" userId="49d63816fddf20aa" providerId="LiveId" clId="{0DED7085-C729-45ED-A356-5D878D4DF8FE}"/>
    <pc:docChg chg="undo redo custSel addSld delSld modSld sldOrd">
      <pc:chgData name="Akshat Danve" userId="49d63816fddf20aa" providerId="LiveId" clId="{0DED7085-C729-45ED-A356-5D878D4DF8FE}" dt="2026-03-27T19:08:57.318" v="806" actId="1076"/>
      <pc:docMkLst>
        <pc:docMk/>
      </pc:docMkLst>
      <pc:sldChg chg="addSp delSp modSp mod">
        <pc:chgData name="Akshat Danve" userId="49d63816fddf20aa" providerId="LiveId" clId="{0DED7085-C729-45ED-A356-5D878D4DF8FE}" dt="2026-03-27T19:02:31.318" v="797" actId="20577"/>
        <pc:sldMkLst>
          <pc:docMk/>
          <pc:sldMk cId="0" sldId="256"/>
        </pc:sldMkLst>
        <pc:spChg chg="mod">
          <ac:chgData name="Akshat Danve" userId="49d63816fddf20aa" providerId="LiveId" clId="{0DED7085-C729-45ED-A356-5D878D4DF8FE}" dt="2026-03-27T16:59:43.098" v="188" actId="1076"/>
          <ac:spMkLst>
            <pc:docMk/>
            <pc:sldMk cId="0" sldId="256"/>
            <ac:spMk id="5" creationId="{00000000-0000-0000-0000-000000000000}"/>
          </ac:spMkLst>
        </pc:spChg>
        <pc:spChg chg="mod">
          <ac:chgData name="Akshat Danve" userId="49d63816fddf20aa" providerId="LiveId" clId="{0DED7085-C729-45ED-A356-5D878D4DF8FE}" dt="2026-03-27T16:59:27.931" v="186" actId="1076"/>
          <ac:spMkLst>
            <pc:docMk/>
            <pc:sldMk cId="0" sldId="256"/>
            <ac:spMk id="7" creationId="{00000000-0000-0000-0000-000000000000}"/>
          </ac:spMkLst>
        </pc:spChg>
        <pc:spChg chg="mod">
          <ac:chgData name="Akshat Danve" userId="49d63816fddf20aa" providerId="LiveId" clId="{0DED7085-C729-45ED-A356-5D878D4DF8FE}" dt="2026-03-27T19:02:31.318" v="797" actId="20577"/>
          <ac:spMkLst>
            <pc:docMk/>
            <pc:sldMk cId="0" sldId="256"/>
            <ac:spMk id="12" creationId="{55A852EF-459E-5F72-9C44-779BDF1C6D53}"/>
          </ac:spMkLst>
        </pc:spChg>
        <pc:spChg chg="mod">
          <ac:chgData name="Akshat Danve" userId="49d63816fddf20aa" providerId="LiveId" clId="{0DED7085-C729-45ED-A356-5D878D4DF8FE}" dt="2026-03-27T16:59:02.133" v="177"/>
          <ac:spMkLst>
            <pc:docMk/>
            <pc:sldMk cId="0" sldId="256"/>
            <ac:spMk id="15" creationId="{37EA79BA-CA06-14C0-384B-FC11ACBB8852}"/>
          </ac:spMkLst>
        </pc:spChg>
        <pc:spChg chg="mod">
          <ac:chgData name="Akshat Danve" userId="49d63816fddf20aa" providerId="LiveId" clId="{0DED7085-C729-45ED-A356-5D878D4DF8FE}" dt="2026-03-27T16:59:02.133" v="177"/>
          <ac:spMkLst>
            <pc:docMk/>
            <pc:sldMk cId="0" sldId="256"/>
            <ac:spMk id="17" creationId="{4A7E3A73-1160-30C7-DD63-31D1520FB890}"/>
          </ac:spMkLst>
        </pc:spChg>
        <pc:grpChg chg="del">
          <ac:chgData name="Akshat Danve" userId="49d63816fddf20aa" providerId="LiveId" clId="{0DED7085-C729-45ED-A356-5D878D4DF8FE}" dt="2026-03-27T16:59:01.120" v="176" actId="478"/>
          <ac:grpSpMkLst>
            <pc:docMk/>
            <pc:sldMk cId="0" sldId="256"/>
            <ac:grpSpMk id="8" creationId="{00000000-0000-0000-0000-000000000000}"/>
          </ac:grpSpMkLst>
        </pc:grpChg>
        <pc:grpChg chg="del">
          <ac:chgData name="Akshat Danve" userId="49d63816fddf20aa" providerId="LiveId" clId="{0DED7085-C729-45ED-A356-5D878D4DF8FE}" dt="2026-03-27T16:59:01.120" v="176" actId="478"/>
          <ac:grpSpMkLst>
            <pc:docMk/>
            <pc:sldMk cId="0" sldId="256"/>
            <ac:grpSpMk id="10" creationId="{00000000-0000-0000-0000-000000000000}"/>
          </ac:grpSpMkLst>
        </pc:grpChg>
        <pc:grpChg chg="add mod">
          <ac:chgData name="Akshat Danve" userId="49d63816fddf20aa" providerId="LiveId" clId="{0DED7085-C729-45ED-A356-5D878D4DF8FE}" dt="2026-03-27T16:59:19.511" v="185" actId="1076"/>
          <ac:grpSpMkLst>
            <pc:docMk/>
            <pc:sldMk cId="0" sldId="256"/>
            <ac:grpSpMk id="14" creationId="{607EC45A-400F-9BEC-6650-36C72B55A156}"/>
          </ac:grpSpMkLst>
        </pc:grpChg>
        <pc:grpChg chg="add mod">
          <ac:chgData name="Akshat Danve" userId="49d63816fddf20aa" providerId="LiveId" clId="{0DED7085-C729-45ED-A356-5D878D4DF8FE}" dt="2026-03-27T16:59:19.511" v="185" actId="1076"/>
          <ac:grpSpMkLst>
            <pc:docMk/>
            <pc:sldMk cId="0" sldId="256"/>
            <ac:grpSpMk id="16" creationId="{84736134-218B-1DFF-659E-03A2DDD2329B}"/>
          </ac:grpSpMkLst>
        </pc:grpChg>
      </pc:sldChg>
      <pc:sldChg chg="addSp delSp modSp mod">
        <pc:chgData name="Akshat Danve" userId="49d63816fddf20aa" providerId="LiveId" clId="{0DED7085-C729-45ED-A356-5D878D4DF8FE}" dt="2026-03-27T19:02:41.022" v="798" actId="1076"/>
        <pc:sldMkLst>
          <pc:docMk/>
          <pc:sldMk cId="0" sldId="257"/>
        </pc:sldMkLst>
        <pc:spChg chg="mod">
          <ac:chgData name="Akshat Danve" userId="49d63816fddf20aa" providerId="LiveId" clId="{0DED7085-C729-45ED-A356-5D878D4DF8FE}" dt="2026-03-27T16:42:50.138" v="22"/>
          <ac:spMkLst>
            <pc:docMk/>
            <pc:sldMk cId="0" sldId="257"/>
            <ac:spMk id="15" creationId="{00000000-0000-0000-0000-000000000000}"/>
          </ac:spMkLst>
        </pc:spChg>
        <pc:spChg chg="mod">
          <ac:chgData name="Akshat Danve" userId="49d63816fddf20aa" providerId="LiveId" clId="{0DED7085-C729-45ED-A356-5D878D4DF8FE}" dt="2026-03-27T16:48:39.927" v="36"/>
          <ac:spMkLst>
            <pc:docMk/>
            <pc:sldMk cId="0" sldId="257"/>
            <ac:spMk id="17" creationId="{FE830E33-945E-5910-5297-24D78CC90DBD}"/>
          </ac:spMkLst>
        </pc:spChg>
        <pc:spChg chg="mod">
          <ac:chgData name="Akshat Danve" userId="49d63816fddf20aa" providerId="LiveId" clId="{0DED7085-C729-45ED-A356-5D878D4DF8FE}" dt="2026-03-27T16:48:39.927" v="36"/>
          <ac:spMkLst>
            <pc:docMk/>
            <pc:sldMk cId="0" sldId="257"/>
            <ac:spMk id="19" creationId="{B3123D6A-1880-0760-A67F-8932A68BAB1E}"/>
          </ac:spMkLst>
        </pc:spChg>
        <pc:spChg chg="mod">
          <ac:chgData name="Akshat Danve" userId="49d63816fddf20aa" providerId="LiveId" clId="{0DED7085-C729-45ED-A356-5D878D4DF8FE}" dt="2026-03-27T16:52:42.844" v="96" actId="20577"/>
          <ac:spMkLst>
            <pc:docMk/>
            <pc:sldMk cId="0" sldId="257"/>
            <ac:spMk id="20" creationId="{148CD041-3EFF-388D-9178-782589CF469F}"/>
          </ac:spMkLst>
        </pc:spChg>
        <pc:spChg chg="mod">
          <ac:chgData name="Akshat Danve" userId="49d63816fddf20aa" providerId="LiveId" clId="{0DED7085-C729-45ED-A356-5D878D4DF8FE}" dt="2026-03-27T16:48:39.927" v="36"/>
          <ac:spMkLst>
            <pc:docMk/>
            <pc:sldMk cId="0" sldId="257"/>
            <ac:spMk id="22" creationId="{79A92D1A-A426-F230-8237-1BACA37CA139}"/>
          </ac:spMkLst>
        </pc:spChg>
        <pc:spChg chg="mod">
          <ac:chgData name="Akshat Danve" userId="49d63816fddf20aa" providerId="LiveId" clId="{0DED7085-C729-45ED-A356-5D878D4DF8FE}" dt="2026-03-27T16:52:54.299" v="98" actId="20577"/>
          <ac:spMkLst>
            <pc:docMk/>
            <pc:sldMk cId="0" sldId="257"/>
            <ac:spMk id="23" creationId="{8EEC1154-CF45-D86B-E79D-B45DB4063E39}"/>
          </ac:spMkLst>
        </pc:spChg>
        <pc:spChg chg="mod">
          <ac:chgData name="Akshat Danve" userId="49d63816fddf20aa" providerId="LiveId" clId="{0DED7085-C729-45ED-A356-5D878D4DF8FE}" dt="2026-03-27T16:48:39.927" v="36"/>
          <ac:spMkLst>
            <pc:docMk/>
            <pc:sldMk cId="0" sldId="257"/>
            <ac:spMk id="25" creationId="{8D282396-0E54-C5C6-A655-078F5D55995A}"/>
          </ac:spMkLst>
        </pc:spChg>
        <pc:spChg chg="mod">
          <ac:chgData name="Akshat Danve" userId="49d63816fddf20aa" providerId="LiveId" clId="{0DED7085-C729-45ED-A356-5D878D4DF8FE}" dt="2026-03-27T19:02:41.022" v="798" actId="1076"/>
          <ac:spMkLst>
            <pc:docMk/>
            <pc:sldMk cId="0" sldId="257"/>
            <ac:spMk id="26" creationId="{5C83B2C7-5B60-27DE-FEE0-B7EC1F13F795}"/>
          </ac:spMkLst>
        </pc:spChg>
        <pc:grpChg chg="del">
          <ac:chgData name="Akshat Danve" userId="49d63816fddf20aa" providerId="LiveId" clId="{0DED7085-C729-45ED-A356-5D878D4DF8FE}" dt="2026-03-27T16:48:38.878" v="35" actId="478"/>
          <ac:grpSpMkLst>
            <pc:docMk/>
            <pc:sldMk cId="0" sldId="257"/>
            <ac:grpSpMk id="5" creationId="{00000000-0000-0000-0000-000000000000}"/>
          </ac:grpSpMkLst>
        </pc:grpChg>
        <pc:grpChg chg="del">
          <ac:chgData name="Akshat Danve" userId="49d63816fddf20aa" providerId="LiveId" clId="{0DED7085-C729-45ED-A356-5D878D4DF8FE}" dt="2026-03-27T16:48:38.878" v="35" actId="478"/>
          <ac:grpSpMkLst>
            <pc:docMk/>
            <pc:sldMk cId="0" sldId="257"/>
            <ac:grpSpMk id="7" creationId="{00000000-0000-0000-0000-000000000000}"/>
          </ac:grpSpMkLst>
        </pc:grpChg>
        <pc:grpChg chg="del">
          <ac:chgData name="Akshat Danve" userId="49d63816fddf20aa" providerId="LiveId" clId="{0DED7085-C729-45ED-A356-5D878D4DF8FE}" dt="2026-03-27T16:48:38.878" v="35" actId="478"/>
          <ac:grpSpMkLst>
            <pc:docMk/>
            <pc:sldMk cId="0" sldId="257"/>
            <ac:grpSpMk id="10" creationId="{00000000-0000-0000-0000-000000000000}"/>
          </ac:grpSpMkLst>
        </pc:grpChg>
        <pc:grpChg chg="del">
          <ac:chgData name="Akshat Danve" userId="49d63816fddf20aa" providerId="LiveId" clId="{0DED7085-C729-45ED-A356-5D878D4DF8FE}" dt="2026-03-27T16:48:38.878" v="35" actId="478"/>
          <ac:grpSpMkLst>
            <pc:docMk/>
            <pc:sldMk cId="0" sldId="257"/>
            <ac:grpSpMk id="13" creationId="{00000000-0000-0000-0000-000000000000}"/>
          </ac:grpSpMkLst>
        </pc:grpChg>
        <pc:grpChg chg="add mod">
          <ac:chgData name="Akshat Danve" userId="49d63816fddf20aa" providerId="LiveId" clId="{0DED7085-C729-45ED-A356-5D878D4DF8FE}" dt="2026-03-27T16:48:39.927" v="36"/>
          <ac:grpSpMkLst>
            <pc:docMk/>
            <pc:sldMk cId="0" sldId="257"/>
            <ac:grpSpMk id="16" creationId="{4EC8996C-AB15-8280-1461-963B9E3136F8}"/>
          </ac:grpSpMkLst>
        </pc:grpChg>
        <pc:grpChg chg="add mod">
          <ac:chgData name="Akshat Danve" userId="49d63816fddf20aa" providerId="LiveId" clId="{0DED7085-C729-45ED-A356-5D878D4DF8FE}" dt="2026-03-27T16:48:39.927" v="36"/>
          <ac:grpSpMkLst>
            <pc:docMk/>
            <pc:sldMk cId="0" sldId="257"/>
            <ac:grpSpMk id="18" creationId="{F156CFB1-EA0B-641C-B979-88D8187DDCA2}"/>
          </ac:grpSpMkLst>
        </pc:grpChg>
        <pc:grpChg chg="add del mod">
          <ac:chgData name="Akshat Danve" userId="49d63816fddf20aa" providerId="LiveId" clId="{0DED7085-C729-45ED-A356-5D878D4DF8FE}" dt="2026-03-27T16:56:40.675" v="175" actId="478"/>
          <ac:grpSpMkLst>
            <pc:docMk/>
            <pc:sldMk cId="0" sldId="257"/>
            <ac:grpSpMk id="21" creationId="{1C76088C-A1AA-7D7F-3118-5D62F8F82E7C}"/>
          </ac:grpSpMkLst>
        </pc:grpChg>
        <pc:grpChg chg="add mod">
          <ac:chgData name="Akshat Danve" userId="49d63816fddf20aa" providerId="LiveId" clId="{0DED7085-C729-45ED-A356-5D878D4DF8FE}" dt="2026-03-27T16:48:39.927" v="36"/>
          <ac:grpSpMkLst>
            <pc:docMk/>
            <pc:sldMk cId="0" sldId="257"/>
            <ac:grpSpMk id="24" creationId="{77B45F15-70BD-BB1A-C228-F946BAF9A0A7}"/>
          </ac:grpSpMkLst>
        </pc:grpChg>
      </pc:sldChg>
      <pc:sldChg chg="addSp delSp modSp mod">
        <pc:chgData name="Akshat Danve" userId="49d63816fddf20aa" providerId="LiveId" clId="{0DED7085-C729-45ED-A356-5D878D4DF8FE}" dt="2026-03-27T16:56:38.494" v="174" actId="478"/>
        <pc:sldMkLst>
          <pc:docMk/>
          <pc:sldMk cId="0" sldId="258"/>
        </pc:sldMkLst>
        <pc:spChg chg="mod">
          <ac:chgData name="Akshat Danve" userId="49d63816fddf20aa" providerId="LiveId" clId="{0DED7085-C729-45ED-A356-5D878D4DF8FE}" dt="2026-03-27T16:44:58.414" v="30" actId="1076"/>
          <ac:spMkLst>
            <pc:docMk/>
            <pc:sldMk cId="0" sldId="258"/>
            <ac:spMk id="21" creationId="{00000000-0000-0000-0000-000000000000}"/>
          </ac:spMkLst>
        </pc:spChg>
        <pc:spChg chg="mod">
          <ac:chgData name="Akshat Danve" userId="49d63816fddf20aa" providerId="LiveId" clId="{0DED7085-C729-45ED-A356-5D878D4DF8FE}" dt="2026-03-27T16:48:49.436" v="38"/>
          <ac:spMkLst>
            <pc:docMk/>
            <pc:sldMk cId="0" sldId="258"/>
            <ac:spMk id="28" creationId="{8E6A4CA3-306A-0D93-6B88-8B16B62BD58B}"/>
          </ac:spMkLst>
        </pc:spChg>
        <pc:spChg chg="mod">
          <ac:chgData name="Akshat Danve" userId="49d63816fddf20aa" providerId="LiveId" clId="{0DED7085-C729-45ED-A356-5D878D4DF8FE}" dt="2026-03-27T16:48:49.436" v="38"/>
          <ac:spMkLst>
            <pc:docMk/>
            <pc:sldMk cId="0" sldId="258"/>
            <ac:spMk id="30" creationId="{B12EE78B-1C11-CB6D-ED13-5563B322A371}"/>
          </ac:spMkLst>
        </pc:spChg>
        <pc:spChg chg="mod">
          <ac:chgData name="Akshat Danve" userId="49d63816fddf20aa" providerId="LiveId" clId="{0DED7085-C729-45ED-A356-5D878D4DF8FE}" dt="2026-03-27T16:48:49.436" v="38"/>
          <ac:spMkLst>
            <pc:docMk/>
            <pc:sldMk cId="0" sldId="258"/>
            <ac:spMk id="31" creationId="{DB1BC9FC-08AB-E877-CC4B-8584D369B6AF}"/>
          </ac:spMkLst>
        </pc:spChg>
        <pc:spChg chg="mod">
          <ac:chgData name="Akshat Danve" userId="49d63816fddf20aa" providerId="LiveId" clId="{0DED7085-C729-45ED-A356-5D878D4DF8FE}" dt="2026-03-27T16:48:49.436" v="38"/>
          <ac:spMkLst>
            <pc:docMk/>
            <pc:sldMk cId="0" sldId="258"/>
            <ac:spMk id="33" creationId="{36D41033-E282-E34E-B3E4-9B8D068B7107}"/>
          </ac:spMkLst>
        </pc:spChg>
        <pc:spChg chg="mod">
          <ac:chgData name="Akshat Danve" userId="49d63816fddf20aa" providerId="LiveId" clId="{0DED7085-C729-45ED-A356-5D878D4DF8FE}" dt="2026-03-27T16:53:04.528" v="102" actId="20577"/>
          <ac:spMkLst>
            <pc:docMk/>
            <pc:sldMk cId="0" sldId="258"/>
            <ac:spMk id="34" creationId="{B488384D-34CC-E97E-8525-48F022B8651A}"/>
          </ac:spMkLst>
        </pc:spChg>
        <pc:spChg chg="mod">
          <ac:chgData name="Akshat Danve" userId="49d63816fddf20aa" providerId="LiveId" clId="{0DED7085-C729-45ED-A356-5D878D4DF8FE}" dt="2026-03-27T16:48:49.436" v="38"/>
          <ac:spMkLst>
            <pc:docMk/>
            <pc:sldMk cId="0" sldId="258"/>
            <ac:spMk id="36" creationId="{9ACB67F5-A3F8-9CB1-ECFA-5AEBA323EDD6}"/>
          </ac:spMkLst>
        </pc:spChg>
        <pc:spChg chg="mod">
          <ac:chgData name="Akshat Danve" userId="49d63816fddf20aa" providerId="LiveId" clId="{0DED7085-C729-45ED-A356-5D878D4DF8FE}" dt="2026-03-27T16:51:37.860" v="71"/>
          <ac:spMkLst>
            <pc:docMk/>
            <pc:sldMk cId="0" sldId="258"/>
            <ac:spMk id="38" creationId="{0F589F6E-8F21-B5E5-B572-32F5D241D4C2}"/>
          </ac:spMkLst>
        </pc:spChg>
        <pc:spChg chg="mod">
          <ac:chgData name="Akshat Danve" userId="49d63816fddf20aa" providerId="LiveId" clId="{0DED7085-C729-45ED-A356-5D878D4DF8FE}" dt="2026-03-27T16:51:37.860" v="71"/>
          <ac:spMkLst>
            <pc:docMk/>
            <pc:sldMk cId="0" sldId="258"/>
            <ac:spMk id="40" creationId="{C40B1A9B-F277-EB5D-3BF4-2EDE11866D9F}"/>
          </ac:spMkLst>
        </pc:spChg>
        <pc:spChg chg="mod">
          <ac:chgData name="Akshat Danve" userId="49d63816fddf20aa" providerId="LiveId" clId="{0DED7085-C729-45ED-A356-5D878D4DF8FE}" dt="2026-03-27T16:51:37.860" v="71"/>
          <ac:spMkLst>
            <pc:docMk/>
            <pc:sldMk cId="0" sldId="258"/>
            <ac:spMk id="41" creationId="{1025F808-3292-9822-1D6F-D11B71AB20F3}"/>
          </ac:spMkLst>
        </pc:spChg>
        <pc:spChg chg="mod">
          <ac:chgData name="Akshat Danve" userId="49d63816fddf20aa" providerId="LiveId" clId="{0DED7085-C729-45ED-A356-5D878D4DF8FE}" dt="2026-03-27T16:51:37.860" v="71"/>
          <ac:spMkLst>
            <pc:docMk/>
            <pc:sldMk cId="0" sldId="258"/>
            <ac:spMk id="43" creationId="{5B5F2381-0291-E5A3-6920-B382A0C24859}"/>
          </ac:spMkLst>
        </pc:spChg>
        <pc:spChg chg="mod">
          <ac:chgData name="Akshat Danve" userId="49d63816fddf20aa" providerId="LiveId" clId="{0DED7085-C729-45ED-A356-5D878D4DF8FE}" dt="2026-03-27T16:51:37.860" v="71"/>
          <ac:spMkLst>
            <pc:docMk/>
            <pc:sldMk cId="0" sldId="258"/>
            <ac:spMk id="44" creationId="{79EE6520-0714-2744-9C35-DDA63CE7A4D4}"/>
          </ac:spMkLst>
        </pc:spChg>
        <pc:spChg chg="mod">
          <ac:chgData name="Akshat Danve" userId="49d63816fddf20aa" providerId="LiveId" clId="{0DED7085-C729-45ED-A356-5D878D4DF8FE}" dt="2026-03-27T16:51:37.860" v="71"/>
          <ac:spMkLst>
            <pc:docMk/>
            <pc:sldMk cId="0" sldId="258"/>
            <ac:spMk id="46" creationId="{CE14570C-5331-38E9-D3A3-AD0E3DCEDE95}"/>
          </ac:spMkLst>
        </pc:spChg>
        <pc:spChg chg="mod">
          <ac:chgData name="Akshat Danve" userId="49d63816fddf20aa" providerId="LiveId" clId="{0DED7085-C729-45ED-A356-5D878D4DF8FE}" dt="2026-03-27T16:53:00.821" v="100"/>
          <ac:spMkLst>
            <pc:docMk/>
            <pc:sldMk cId="0" sldId="258"/>
            <ac:spMk id="48" creationId="{8F0DEEAA-CFAA-720B-5C8A-4A851005EC7C}"/>
          </ac:spMkLst>
        </pc:spChg>
        <pc:spChg chg="mod">
          <ac:chgData name="Akshat Danve" userId="49d63816fddf20aa" providerId="LiveId" clId="{0DED7085-C729-45ED-A356-5D878D4DF8FE}" dt="2026-03-27T16:53:00.821" v="100"/>
          <ac:spMkLst>
            <pc:docMk/>
            <pc:sldMk cId="0" sldId="258"/>
            <ac:spMk id="49" creationId="{219C44BC-87F2-07A3-58B0-5E772F622D67}"/>
          </ac:spMkLst>
        </pc:spChg>
        <pc:grpChg chg="del">
          <ac:chgData name="Akshat Danve" userId="49d63816fddf20aa" providerId="LiveId" clId="{0DED7085-C729-45ED-A356-5D878D4DF8FE}" dt="2026-03-27T16:48:48.943" v="37" actId="478"/>
          <ac:grpSpMkLst>
            <pc:docMk/>
            <pc:sldMk cId="0" sldId="258"/>
            <ac:grpSpMk id="5" creationId="{00000000-0000-0000-0000-000000000000}"/>
          </ac:grpSpMkLst>
        </pc:grpChg>
        <pc:grpChg chg="del">
          <ac:chgData name="Akshat Danve" userId="49d63816fddf20aa" providerId="LiveId" clId="{0DED7085-C729-45ED-A356-5D878D4DF8FE}" dt="2026-03-27T16:48:48.943" v="37" actId="478"/>
          <ac:grpSpMkLst>
            <pc:docMk/>
            <pc:sldMk cId="0" sldId="258"/>
            <ac:grpSpMk id="7" creationId="{00000000-0000-0000-0000-000000000000}"/>
          </ac:grpSpMkLst>
        </pc:grpChg>
        <pc:grpChg chg="del">
          <ac:chgData name="Akshat Danve" userId="49d63816fddf20aa" providerId="LiveId" clId="{0DED7085-C729-45ED-A356-5D878D4DF8FE}" dt="2026-03-27T16:48:48.943" v="37" actId="478"/>
          <ac:grpSpMkLst>
            <pc:docMk/>
            <pc:sldMk cId="0" sldId="258"/>
            <ac:grpSpMk id="10" creationId="{00000000-0000-0000-0000-000000000000}"/>
          </ac:grpSpMkLst>
        </pc:grpChg>
        <pc:grpChg chg="del">
          <ac:chgData name="Akshat Danve" userId="49d63816fddf20aa" providerId="LiveId" clId="{0DED7085-C729-45ED-A356-5D878D4DF8FE}" dt="2026-03-27T16:48:48.943" v="37" actId="478"/>
          <ac:grpSpMkLst>
            <pc:docMk/>
            <pc:sldMk cId="0" sldId="258"/>
            <ac:grpSpMk id="13" creationId="{00000000-0000-0000-0000-000000000000}"/>
          </ac:grpSpMkLst>
        </pc:grpChg>
        <pc:grpChg chg="mod">
          <ac:chgData name="Akshat Danve" userId="49d63816fddf20aa" providerId="LiveId" clId="{0DED7085-C729-45ED-A356-5D878D4DF8FE}" dt="2026-03-27T16:44:58.414" v="30" actId="1076"/>
          <ac:grpSpMkLst>
            <pc:docMk/>
            <pc:sldMk cId="0" sldId="258"/>
            <ac:grpSpMk id="15" creationId="{00000000-0000-0000-0000-000000000000}"/>
          </ac:grpSpMkLst>
        </pc:grpChg>
        <pc:grpChg chg="add mod">
          <ac:chgData name="Akshat Danve" userId="49d63816fddf20aa" providerId="LiveId" clId="{0DED7085-C729-45ED-A356-5D878D4DF8FE}" dt="2026-03-27T16:48:49.436" v="38"/>
          <ac:grpSpMkLst>
            <pc:docMk/>
            <pc:sldMk cId="0" sldId="258"/>
            <ac:grpSpMk id="27" creationId="{68D9AB35-2099-3995-A09A-7E84FD40260D}"/>
          </ac:grpSpMkLst>
        </pc:grpChg>
        <pc:grpChg chg="add del mod">
          <ac:chgData name="Akshat Danve" userId="49d63816fddf20aa" providerId="LiveId" clId="{0DED7085-C729-45ED-A356-5D878D4DF8FE}" dt="2026-03-27T16:53:00.272" v="99" actId="478"/>
          <ac:grpSpMkLst>
            <pc:docMk/>
            <pc:sldMk cId="0" sldId="258"/>
            <ac:grpSpMk id="29" creationId="{953CA744-26AE-96A6-B4C8-E6330BDB793F}"/>
          </ac:grpSpMkLst>
        </pc:grpChg>
        <pc:grpChg chg="add del mod">
          <ac:chgData name="Akshat Danve" userId="49d63816fddf20aa" providerId="LiveId" clId="{0DED7085-C729-45ED-A356-5D878D4DF8FE}" dt="2026-03-27T16:56:38.494" v="174" actId="478"/>
          <ac:grpSpMkLst>
            <pc:docMk/>
            <pc:sldMk cId="0" sldId="258"/>
            <ac:grpSpMk id="32" creationId="{FC2DAF1B-D750-812F-CA39-79223D024E17}"/>
          </ac:grpSpMkLst>
        </pc:grpChg>
        <pc:grpChg chg="add mod">
          <ac:chgData name="Akshat Danve" userId="49d63816fddf20aa" providerId="LiveId" clId="{0DED7085-C729-45ED-A356-5D878D4DF8FE}" dt="2026-03-27T16:48:49.436" v="38"/>
          <ac:grpSpMkLst>
            <pc:docMk/>
            <pc:sldMk cId="0" sldId="258"/>
            <ac:grpSpMk id="35" creationId="{1ECB01FA-4170-4018-D695-39873A822D5D}"/>
          </ac:grpSpMkLst>
        </pc:grpChg>
        <pc:grpChg chg="add mod">
          <ac:chgData name="Akshat Danve" userId="49d63816fddf20aa" providerId="LiveId" clId="{0DED7085-C729-45ED-A356-5D878D4DF8FE}" dt="2026-03-27T16:51:37.860" v="71"/>
          <ac:grpSpMkLst>
            <pc:docMk/>
            <pc:sldMk cId="0" sldId="258"/>
            <ac:grpSpMk id="37" creationId="{33EF658D-C022-1F63-F5BB-F24CD38D96E3}"/>
          </ac:grpSpMkLst>
        </pc:grpChg>
        <pc:grpChg chg="add mod">
          <ac:chgData name="Akshat Danve" userId="49d63816fddf20aa" providerId="LiveId" clId="{0DED7085-C729-45ED-A356-5D878D4DF8FE}" dt="2026-03-27T16:51:37.860" v="71"/>
          <ac:grpSpMkLst>
            <pc:docMk/>
            <pc:sldMk cId="0" sldId="258"/>
            <ac:grpSpMk id="39" creationId="{347DE613-C030-4D8D-5B02-1FE7243E3B76}"/>
          </ac:grpSpMkLst>
        </pc:grpChg>
        <pc:grpChg chg="add mod">
          <ac:chgData name="Akshat Danve" userId="49d63816fddf20aa" providerId="LiveId" clId="{0DED7085-C729-45ED-A356-5D878D4DF8FE}" dt="2026-03-27T16:51:37.860" v="71"/>
          <ac:grpSpMkLst>
            <pc:docMk/>
            <pc:sldMk cId="0" sldId="258"/>
            <ac:grpSpMk id="42" creationId="{D9BB0F1F-AC1C-ABDB-89B6-0684965A65DC}"/>
          </ac:grpSpMkLst>
        </pc:grpChg>
        <pc:grpChg chg="add mod">
          <ac:chgData name="Akshat Danve" userId="49d63816fddf20aa" providerId="LiveId" clId="{0DED7085-C729-45ED-A356-5D878D4DF8FE}" dt="2026-03-27T16:51:37.860" v="71"/>
          <ac:grpSpMkLst>
            <pc:docMk/>
            <pc:sldMk cId="0" sldId="258"/>
            <ac:grpSpMk id="45" creationId="{F8D237A5-9429-3312-A186-0C3531020E06}"/>
          </ac:grpSpMkLst>
        </pc:grpChg>
        <pc:grpChg chg="add mod">
          <ac:chgData name="Akshat Danve" userId="49d63816fddf20aa" providerId="LiveId" clId="{0DED7085-C729-45ED-A356-5D878D4DF8FE}" dt="2026-03-27T16:53:00.821" v="100"/>
          <ac:grpSpMkLst>
            <pc:docMk/>
            <pc:sldMk cId="0" sldId="258"/>
            <ac:grpSpMk id="47" creationId="{557D24CB-4B91-DCD7-430D-3EC1BA49178D}"/>
          </ac:grpSpMkLst>
        </pc:grpChg>
      </pc:sldChg>
      <pc:sldChg chg="addSp delSp modSp mod">
        <pc:chgData name="Akshat Danve" userId="49d63816fddf20aa" providerId="LiveId" clId="{0DED7085-C729-45ED-A356-5D878D4DF8FE}" dt="2026-03-27T16:56:35.875" v="173" actId="478"/>
        <pc:sldMkLst>
          <pc:docMk/>
          <pc:sldMk cId="0" sldId="259"/>
        </pc:sldMkLst>
        <pc:spChg chg="mod">
          <ac:chgData name="Akshat Danve" userId="49d63816fddf20aa" providerId="LiveId" clId="{0DED7085-C729-45ED-A356-5D878D4DF8FE}" dt="2026-03-27T16:48:58.664" v="40"/>
          <ac:spMkLst>
            <pc:docMk/>
            <pc:sldMk cId="0" sldId="259"/>
            <ac:spMk id="34" creationId="{B5784A88-56D2-E7B0-6624-CE74BE735D4A}"/>
          </ac:spMkLst>
        </pc:spChg>
        <pc:spChg chg="mod topLvl">
          <ac:chgData name="Akshat Danve" userId="49d63816fddf20aa" providerId="LiveId" clId="{0DED7085-C729-45ED-A356-5D878D4DF8FE}" dt="2026-03-27T16:53:10.247" v="103" actId="478"/>
          <ac:spMkLst>
            <pc:docMk/>
            <pc:sldMk cId="0" sldId="259"/>
            <ac:spMk id="36" creationId="{B0DA66AF-B531-42E3-E0FD-791C86C7E246}"/>
          </ac:spMkLst>
        </pc:spChg>
        <pc:spChg chg="del mod topLvl">
          <ac:chgData name="Akshat Danve" userId="49d63816fddf20aa" providerId="LiveId" clId="{0DED7085-C729-45ED-A356-5D878D4DF8FE}" dt="2026-03-27T16:53:10.247" v="103" actId="478"/>
          <ac:spMkLst>
            <pc:docMk/>
            <pc:sldMk cId="0" sldId="259"/>
            <ac:spMk id="37" creationId="{2F14BE95-3D71-6CD9-11F5-2C8A180E183F}"/>
          </ac:spMkLst>
        </pc:spChg>
        <pc:spChg chg="mod topLvl">
          <ac:chgData name="Akshat Danve" userId="49d63816fddf20aa" providerId="LiveId" clId="{0DED7085-C729-45ED-A356-5D878D4DF8FE}" dt="2026-03-27T16:53:24.880" v="106" actId="478"/>
          <ac:spMkLst>
            <pc:docMk/>
            <pc:sldMk cId="0" sldId="259"/>
            <ac:spMk id="39" creationId="{CEDC7130-8F80-1A3C-11F2-A1751C820E70}"/>
          </ac:spMkLst>
        </pc:spChg>
        <pc:spChg chg="add del mod topLvl">
          <ac:chgData name="Akshat Danve" userId="49d63816fddf20aa" providerId="LiveId" clId="{0DED7085-C729-45ED-A356-5D878D4DF8FE}" dt="2026-03-27T16:53:31.827" v="108" actId="20577"/>
          <ac:spMkLst>
            <pc:docMk/>
            <pc:sldMk cId="0" sldId="259"/>
            <ac:spMk id="40" creationId="{8D1495A1-09FC-F6EE-9489-E0C69D43A410}"/>
          </ac:spMkLst>
        </pc:spChg>
        <pc:spChg chg="mod">
          <ac:chgData name="Akshat Danve" userId="49d63816fddf20aa" providerId="LiveId" clId="{0DED7085-C729-45ED-A356-5D878D4DF8FE}" dt="2026-03-27T16:48:58.664" v="40"/>
          <ac:spMkLst>
            <pc:docMk/>
            <pc:sldMk cId="0" sldId="259"/>
            <ac:spMk id="42" creationId="{237878BF-A180-23F5-E698-B9D8A41AA89E}"/>
          </ac:spMkLst>
        </pc:spChg>
        <pc:spChg chg="mod">
          <ac:chgData name="Akshat Danve" userId="49d63816fddf20aa" providerId="LiveId" clId="{0DED7085-C729-45ED-A356-5D878D4DF8FE}" dt="2026-03-27T16:53:10.807" v="104"/>
          <ac:spMkLst>
            <pc:docMk/>
            <pc:sldMk cId="0" sldId="259"/>
            <ac:spMk id="44" creationId="{8ECADE18-6D47-5756-8D95-FE9DB59F6E5F}"/>
          </ac:spMkLst>
        </pc:spChg>
        <pc:spChg chg="mod">
          <ac:chgData name="Akshat Danve" userId="49d63816fddf20aa" providerId="LiveId" clId="{0DED7085-C729-45ED-A356-5D878D4DF8FE}" dt="2026-03-27T16:53:10.807" v="104"/>
          <ac:spMkLst>
            <pc:docMk/>
            <pc:sldMk cId="0" sldId="259"/>
            <ac:spMk id="45" creationId="{6EC44E7F-AEA5-3BF3-551C-E341E91458A0}"/>
          </ac:spMkLst>
        </pc:spChg>
        <pc:grpChg chg="del">
          <ac:chgData name="Akshat Danve" userId="49d63816fddf20aa" providerId="LiveId" clId="{0DED7085-C729-45ED-A356-5D878D4DF8FE}" dt="2026-03-27T16:48:58.016" v="39" actId="478"/>
          <ac:grpSpMkLst>
            <pc:docMk/>
            <pc:sldMk cId="0" sldId="259"/>
            <ac:grpSpMk id="5" creationId="{00000000-0000-0000-0000-000000000000}"/>
          </ac:grpSpMkLst>
        </pc:grpChg>
        <pc:grpChg chg="del">
          <ac:chgData name="Akshat Danve" userId="49d63816fddf20aa" providerId="LiveId" clId="{0DED7085-C729-45ED-A356-5D878D4DF8FE}" dt="2026-03-27T16:48:58.016" v="39" actId="478"/>
          <ac:grpSpMkLst>
            <pc:docMk/>
            <pc:sldMk cId="0" sldId="259"/>
            <ac:grpSpMk id="7" creationId="{00000000-0000-0000-0000-000000000000}"/>
          </ac:grpSpMkLst>
        </pc:grpChg>
        <pc:grpChg chg="del">
          <ac:chgData name="Akshat Danve" userId="49d63816fddf20aa" providerId="LiveId" clId="{0DED7085-C729-45ED-A356-5D878D4DF8FE}" dt="2026-03-27T16:48:58.016" v="39" actId="478"/>
          <ac:grpSpMkLst>
            <pc:docMk/>
            <pc:sldMk cId="0" sldId="259"/>
            <ac:grpSpMk id="10" creationId="{00000000-0000-0000-0000-000000000000}"/>
          </ac:grpSpMkLst>
        </pc:grpChg>
        <pc:grpChg chg="del">
          <ac:chgData name="Akshat Danve" userId="49d63816fddf20aa" providerId="LiveId" clId="{0DED7085-C729-45ED-A356-5D878D4DF8FE}" dt="2026-03-27T16:48:58.016" v="39" actId="478"/>
          <ac:grpSpMkLst>
            <pc:docMk/>
            <pc:sldMk cId="0" sldId="259"/>
            <ac:grpSpMk id="13" creationId="{00000000-0000-0000-0000-000000000000}"/>
          </ac:grpSpMkLst>
        </pc:grpChg>
        <pc:grpChg chg="add mod">
          <ac:chgData name="Akshat Danve" userId="49d63816fddf20aa" providerId="LiveId" clId="{0DED7085-C729-45ED-A356-5D878D4DF8FE}" dt="2026-03-27T16:48:58.664" v="40"/>
          <ac:grpSpMkLst>
            <pc:docMk/>
            <pc:sldMk cId="0" sldId="259"/>
            <ac:grpSpMk id="33" creationId="{86E16A5A-0457-6B52-B1DE-A634DAF45C48}"/>
          </ac:grpSpMkLst>
        </pc:grpChg>
        <pc:grpChg chg="add del mod">
          <ac:chgData name="Akshat Danve" userId="49d63816fddf20aa" providerId="LiveId" clId="{0DED7085-C729-45ED-A356-5D878D4DF8FE}" dt="2026-03-27T16:53:10.247" v="103" actId="478"/>
          <ac:grpSpMkLst>
            <pc:docMk/>
            <pc:sldMk cId="0" sldId="259"/>
            <ac:grpSpMk id="35" creationId="{A4B207B3-8AFE-3FB2-EDEA-B5C6FFE8377C}"/>
          </ac:grpSpMkLst>
        </pc:grpChg>
        <pc:grpChg chg="add del mod">
          <ac:chgData name="Akshat Danve" userId="49d63816fddf20aa" providerId="LiveId" clId="{0DED7085-C729-45ED-A356-5D878D4DF8FE}" dt="2026-03-27T16:56:35.875" v="173" actId="478"/>
          <ac:grpSpMkLst>
            <pc:docMk/>
            <pc:sldMk cId="0" sldId="259"/>
            <ac:grpSpMk id="38" creationId="{CE664FEB-DA77-84B0-4B7F-5183586A98F1}"/>
          </ac:grpSpMkLst>
        </pc:grpChg>
        <pc:grpChg chg="add mod">
          <ac:chgData name="Akshat Danve" userId="49d63816fddf20aa" providerId="LiveId" clId="{0DED7085-C729-45ED-A356-5D878D4DF8FE}" dt="2026-03-27T16:48:58.664" v="40"/>
          <ac:grpSpMkLst>
            <pc:docMk/>
            <pc:sldMk cId="0" sldId="259"/>
            <ac:grpSpMk id="41" creationId="{27F44F2A-C264-D6EB-E802-1C9B2B9DE65D}"/>
          </ac:grpSpMkLst>
        </pc:grpChg>
        <pc:grpChg chg="add mod">
          <ac:chgData name="Akshat Danve" userId="49d63816fddf20aa" providerId="LiveId" clId="{0DED7085-C729-45ED-A356-5D878D4DF8FE}" dt="2026-03-27T16:53:10.807" v="104"/>
          <ac:grpSpMkLst>
            <pc:docMk/>
            <pc:sldMk cId="0" sldId="259"/>
            <ac:grpSpMk id="43" creationId="{7BAEC8BE-19C1-9F02-3A4A-4DA580520611}"/>
          </ac:grpSpMkLst>
        </pc:grpChg>
      </pc:sldChg>
      <pc:sldChg chg="addSp delSp modSp mod">
        <pc:chgData name="Akshat Danve" userId="49d63816fddf20aa" providerId="LiveId" clId="{0DED7085-C729-45ED-A356-5D878D4DF8FE}" dt="2026-03-27T16:56:32.766" v="172" actId="478"/>
        <pc:sldMkLst>
          <pc:docMk/>
          <pc:sldMk cId="0" sldId="260"/>
        </pc:sldMkLst>
        <pc:spChg chg="mod">
          <ac:chgData name="Akshat Danve" userId="49d63816fddf20aa" providerId="LiveId" clId="{0DED7085-C729-45ED-A356-5D878D4DF8FE}" dt="2026-03-27T16:49:19.749" v="42"/>
          <ac:spMkLst>
            <pc:docMk/>
            <pc:sldMk cId="0" sldId="260"/>
            <ac:spMk id="17" creationId="{C74E037E-F7C1-3D71-8F25-F27CB1BDAA19}"/>
          </ac:spMkLst>
        </pc:spChg>
        <pc:spChg chg="mod topLvl">
          <ac:chgData name="Akshat Danve" userId="49d63816fddf20aa" providerId="LiveId" clId="{0DED7085-C729-45ED-A356-5D878D4DF8FE}" dt="2026-03-27T16:53:37.617" v="109" actId="478"/>
          <ac:spMkLst>
            <pc:docMk/>
            <pc:sldMk cId="0" sldId="260"/>
            <ac:spMk id="21" creationId="{6B69F211-6F03-DD87-9F1A-AFB2FE90C748}"/>
          </ac:spMkLst>
        </pc:spChg>
        <pc:spChg chg="del mod topLvl">
          <ac:chgData name="Akshat Danve" userId="49d63816fddf20aa" providerId="LiveId" clId="{0DED7085-C729-45ED-A356-5D878D4DF8FE}" dt="2026-03-27T16:53:37.617" v="109" actId="478"/>
          <ac:spMkLst>
            <pc:docMk/>
            <pc:sldMk cId="0" sldId="260"/>
            <ac:spMk id="22" creationId="{C381F377-5797-6006-86C2-15A01813CC4A}"/>
          </ac:spMkLst>
        </pc:spChg>
        <pc:spChg chg="mod topLvl">
          <ac:chgData name="Akshat Danve" userId="49d63816fddf20aa" providerId="LiveId" clId="{0DED7085-C729-45ED-A356-5D878D4DF8FE}" dt="2026-03-27T16:56:32.766" v="172" actId="478"/>
          <ac:spMkLst>
            <pc:docMk/>
            <pc:sldMk cId="0" sldId="260"/>
            <ac:spMk id="24" creationId="{AA151AA3-F9EE-4343-C47F-BB5AC78106CB}"/>
          </ac:spMkLst>
        </pc:spChg>
        <pc:spChg chg="del mod topLvl">
          <ac:chgData name="Akshat Danve" userId="49d63816fddf20aa" providerId="LiveId" clId="{0DED7085-C729-45ED-A356-5D878D4DF8FE}" dt="2026-03-27T16:56:32.766" v="172" actId="478"/>
          <ac:spMkLst>
            <pc:docMk/>
            <pc:sldMk cId="0" sldId="260"/>
            <ac:spMk id="25" creationId="{D045E336-884E-67CC-F458-7062DAC9BA07}"/>
          </ac:spMkLst>
        </pc:spChg>
        <pc:spChg chg="mod">
          <ac:chgData name="Akshat Danve" userId="49d63816fddf20aa" providerId="LiveId" clId="{0DED7085-C729-45ED-A356-5D878D4DF8FE}" dt="2026-03-27T16:49:31.378" v="44" actId="1076"/>
          <ac:spMkLst>
            <pc:docMk/>
            <pc:sldMk cId="0" sldId="260"/>
            <ac:spMk id="27" creationId="{390D28AB-6726-588F-1ACA-239C14761BBD}"/>
          </ac:spMkLst>
        </pc:spChg>
        <pc:spChg chg="mod">
          <ac:chgData name="Akshat Danve" userId="49d63816fddf20aa" providerId="LiveId" clId="{0DED7085-C729-45ED-A356-5D878D4DF8FE}" dt="2026-03-27T16:51:44.546" v="72"/>
          <ac:spMkLst>
            <pc:docMk/>
            <pc:sldMk cId="0" sldId="260"/>
            <ac:spMk id="29" creationId="{E87ADD2B-4E34-7596-232E-4C44E658D755}"/>
          </ac:spMkLst>
        </pc:spChg>
        <pc:spChg chg="mod">
          <ac:chgData name="Akshat Danve" userId="49d63816fddf20aa" providerId="LiveId" clId="{0DED7085-C729-45ED-A356-5D878D4DF8FE}" dt="2026-03-27T16:52:00.931" v="90" actId="1076"/>
          <ac:spMkLst>
            <pc:docMk/>
            <pc:sldMk cId="0" sldId="260"/>
            <ac:spMk id="30" creationId="{DFECF5BD-9AE7-991F-C856-FC80F333886C}"/>
          </ac:spMkLst>
        </pc:spChg>
        <pc:spChg chg="mod">
          <ac:chgData name="Akshat Danve" userId="49d63816fddf20aa" providerId="LiveId" clId="{0DED7085-C729-45ED-A356-5D878D4DF8FE}" dt="2026-03-27T16:53:38.062" v="110"/>
          <ac:spMkLst>
            <pc:docMk/>
            <pc:sldMk cId="0" sldId="260"/>
            <ac:spMk id="32" creationId="{69BE9A19-2830-846A-E230-FDBBEF6A342C}"/>
          </ac:spMkLst>
        </pc:spChg>
        <pc:spChg chg="mod">
          <ac:chgData name="Akshat Danve" userId="49d63816fddf20aa" providerId="LiveId" clId="{0DED7085-C729-45ED-A356-5D878D4DF8FE}" dt="2026-03-27T16:53:38.062" v="110"/>
          <ac:spMkLst>
            <pc:docMk/>
            <pc:sldMk cId="0" sldId="260"/>
            <ac:spMk id="33" creationId="{016DB541-4871-1921-4E85-DFDDE7904E53}"/>
          </ac:spMkLst>
        </pc:spChg>
        <pc:grpChg chg="del">
          <ac:chgData name="Akshat Danve" userId="49d63816fddf20aa" providerId="LiveId" clId="{0DED7085-C729-45ED-A356-5D878D4DF8FE}" dt="2026-03-27T16:49:16.020" v="41" actId="478"/>
          <ac:grpSpMkLst>
            <pc:docMk/>
            <pc:sldMk cId="0" sldId="260"/>
            <ac:grpSpMk id="2" creationId="{00000000-0000-0000-0000-000000000000}"/>
          </ac:grpSpMkLst>
        </pc:grpChg>
        <pc:grpChg chg="del">
          <ac:chgData name="Akshat Danve" userId="49d63816fddf20aa" providerId="LiveId" clId="{0DED7085-C729-45ED-A356-5D878D4DF8FE}" dt="2026-03-27T16:49:16.020" v="41" actId="478"/>
          <ac:grpSpMkLst>
            <pc:docMk/>
            <pc:sldMk cId="0" sldId="260"/>
            <ac:grpSpMk id="5" creationId="{00000000-0000-0000-0000-000000000000}"/>
          </ac:grpSpMkLst>
        </pc:grpChg>
        <pc:grpChg chg="del">
          <ac:chgData name="Akshat Danve" userId="49d63816fddf20aa" providerId="LiveId" clId="{0DED7085-C729-45ED-A356-5D878D4DF8FE}" dt="2026-03-27T16:49:16.020" v="41" actId="478"/>
          <ac:grpSpMkLst>
            <pc:docMk/>
            <pc:sldMk cId="0" sldId="260"/>
            <ac:grpSpMk id="8" creationId="{00000000-0000-0000-0000-000000000000}"/>
          </ac:grpSpMkLst>
        </pc:grpChg>
        <pc:grpChg chg="add mod">
          <ac:chgData name="Akshat Danve" userId="49d63816fddf20aa" providerId="LiveId" clId="{0DED7085-C729-45ED-A356-5D878D4DF8FE}" dt="2026-03-27T16:49:24.376" v="43" actId="1076"/>
          <ac:grpSpMkLst>
            <pc:docMk/>
            <pc:sldMk cId="0" sldId="260"/>
            <ac:grpSpMk id="16" creationId="{85CFF384-9D8C-4F2B-80B5-B95D8D5C7B41}"/>
          </ac:grpSpMkLst>
        </pc:grpChg>
        <pc:grpChg chg="add del mod">
          <ac:chgData name="Akshat Danve" userId="49d63816fddf20aa" providerId="LiveId" clId="{0DED7085-C729-45ED-A356-5D878D4DF8FE}" dt="2026-03-27T16:53:37.617" v="109" actId="478"/>
          <ac:grpSpMkLst>
            <pc:docMk/>
            <pc:sldMk cId="0" sldId="260"/>
            <ac:grpSpMk id="18" creationId="{41661B81-99D1-0A86-D152-D926149B670F}"/>
          </ac:grpSpMkLst>
        </pc:grpChg>
        <pc:grpChg chg="add del mod">
          <ac:chgData name="Akshat Danve" userId="49d63816fddf20aa" providerId="LiveId" clId="{0DED7085-C729-45ED-A356-5D878D4DF8FE}" dt="2026-03-27T16:56:32.766" v="172" actId="478"/>
          <ac:grpSpMkLst>
            <pc:docMk/>
            <pc:sldMk cId="0" sldId="260"/>
            <ac:grpSpMk id="23" creationId="{A9E9FCC2-EAF4-4007-9A12-7E3BC486A845}"/>
          </ac:grpSpMkLst>
        </pc:grpChg>
        <pc:grpChg chg="add mod">
          <ac:chgData name="Akshat Danve" userId="49d63816fddf20aa" providerId="LiveId" clId="{0DED7085-C729-45ED-A356-5D878D4DF8FE}" dt="2026-03-27T16:49:19.749" v="42"/>
          <ac:grpSpMkLst>
            <pc:docMk/>
            <pc:sldMk cId="0" sldId="260"/>
            <ac:grpSpMk id="26" creationId="{6BA935C8-854F-622A-E6C0-95DCC5FB0E50}"/>
          </ac:grpSpMkLst>
        </pc:grpChg>
        <pc:grpChg chg="add mod">
          <ac:chgData name="Akshat Danve" userId="49d63816fddf20aa" providerId="LiveId" clId="{0DED7085-C729-45ED-A356-5D878D4DF8FE}" dt="2026-03-27T16:51:44.546" v="72"/>
          <ac:grpSpMkLst>
            <pc:docMk/>
            <pc:sldMk cId="0" sldId="260"/>
            <ac:grpSpMk id="28" creationId="{37E3F9FF-F306-5B32-5064-01D714155B58}"/>
          </ac:grpSpMkLst>
        </pc:grpChg>
        <pc:grpChg chg="add mod">
          <ac:chgData name="Akshat Danve" userId="49d63816fddf20aa" providerId="LiveId" clId="{0DED7085-C729-45ED-A356-5D878D4DF8FE}" dt="2026-03-27T16:53:38.062" v="110"/>
          <ac:grpSpMkLst>
            <pc:docMk/>
            <pc:sldMk cId="0" sldId="260"/>
            <ac:grpSpMk id="31" creationId="{F7696C20-95E8-ADBA-0347-EA6C4CE83DF6}"/>
          </ac:grpSpMkLst>
        </pc:grpChg>
      </pc:sldChg>
      <pc:sldChg chg="addSp delSp modSp mod">
        <pc:chgData name="Akshat Danve" userId="49d63816fddf20aa" providerId="LiveId" clId="{0DED7085-C729-45ED-A356-5D878D4DF8FE}" dt="2026-03-27T16:56:26.571" v="171" actId="478"/>
        <pc:sldMkLst>
          <pc:docMk/>
          <pc:sldMk cId="0" sldId="261"/>
        </pc:sldMkLst>
        <pc:spChg chg="topLvl">
          <ac:chgData name="Akshat Danve" userId="49d63816fddf20aa" providerId="LiveId" clId="{0DED7085-C729-45ED-A356-5D878D4DF8FE}" dt="2026-03-27T16:49:45.194" v="47" actId="478"/>
          <ac:spMkLst>
            <pc:docMk/>
            <pc:sldMk cId="0" sldId="261"/>
            <ac:spMk id="3" creationId="{00000000-0000-0000-0000-000000000000}"/>
          </ac:spMkLst>
        </pc:spChg>
        <pc:spChg chg="del mod topLvl">
          <ac:chgData name="Akshat Danve" userId="49d63816fddf20aa" providerId="LiveId" clId="{0DED7085-C729-45ED-A356-5D878D4DF8FE}" dt="2026-03-27T16:49:45.194" v="47" actId="478"/>
          <ac:spMkLst>
            <pc:docMk/>
            <pc:sldMk cId="0" sldId="261"/>
            <ac:spMk id="4" creationId="{00000000-0000-0000-0000-000000000000}"/>
          </ac:spMkLst>
        </pc:spChg>
        <pc:spChg chg="add mod">
          <ac:chgData name="Akshat Danve" userId="49d63816fddf20aa" providerId="LiveId" clId="{0DED7085-C729-45ED-A356-5D878D4DF8FE}" dt="2026-03-27T16:52:09.330" v="91"/>
          <ac:spMkLst>
            <pc:docMk/>
            <pc:sldMk cId="0" sldId="261"/>
            <ac:spMk id="16" creationId="{64CE3E2D-CAA4-3AB3-253D-6DE76A19A313}"/>
          </ac:spMkLst>
        </pc:spChg>
        <pc:spChg chg="mod">
          <ac:chgData name="Akshat Danve" userId="49d63816fddf20aa" providerId="LiveId" clId="{0DED7085-C729-45ED-A356-5D878D4DF8FE}" dt="2026-03-27T16:52:26.593" v="92"/>
          <ac:spMkLst>
            <pc:docMk/>
            <pc:sldMk cId="0" sldId="261"/>
            <ac:spMk id="20" creationId="{8D16575A-EE2B-3793-D5C9-FC7B46A1F46C}"/>
          </ac:spMkLst>
        </pc:spChg>
        <pc:spChg chg="mod topLvl">
          <ac:chgData name="Akshat Danve" userId="49d63816fddf20aa" providerId="LiveId" clId="{0DED7085-C729-45ED-A356-5D878D4DF8FE}" dt="2026-03-27T16:53:50.966" v="113" actId="478"/>
          <ac:spMkLst>
            <pc:docMk/>
            <pc:sldMk cId="0" sldId="261"/>
            <ac:spMk id="22" creationId="{231B6DDD-F6A7-C5C5-9AB2-F8F687925796}"/>
          </ac:spMkLst>
        </pc:spChg>
        <pc:spChg chg="del mod topLvl">
          <ac:chgData name="Akshat Danve" userId="49d63816fddf20aa" providerId="LiveId" clId="{0DED7085-C729-45ED-A356-5D878D4DF8FE}" dt="2026-03-27T16:53:50.966" v="113" actId="478"/>
          <ac:spMkLst>
            <pc:docMk/>
            <pc:sldMk cId="0" sldId="261"/>
            <ac:spMk id="23" creationId="{8DF784B4-DDE4-A35D-0E47-F5BB84EAAF22}"/>
          </ac:spMkLst>
        </pc:spChg>
        <pc:spChg chg="mod">
          <ac:chgData name="Akshat Danve" userId="49d63816fddf20aa" providerId="LiveId" clId="{0DED7085-C729-45ED-A356-5D878D4DF8FE}" dt="2026-03-27T16:52:26.593" v="92"/>
          <ac:spMkLst>
            <pc:docMk/>
            <pc:sldMk cId="0" sldId="261"/>
            <ac:spMk id="25" creationId="{0CA924F0-3F9A-7C3A-A2BC-3C6B7A449617}"/>
          </ac:spMkLst>
        </pc:spChg>
        <pc:spChg chg="mod">
          <ac:chgData name="Akshat Danve" userId="49d63816fddf20aa" providerId="LiveId" clId="{0DED7085-C729-45ED-A356-5D878D4DF8FE}" dt="2026-03-27T16:53:59.061" v="116" actId="20577"/>
          <ac:spMkLst>
            <pc:docMk/>
            <pc:sldMk cId="0" sldId="261"/>
            <ac:spMk id="26" creationId="{9406CFB3-AAD8-3CE3-9474-CFAEC6FC6C96}"/>
          </ac:spMkLst>
        </pc:spChg>
        <pc:spChg chg="mod">
          <ac:chgData name="Akshat Danve" userId="49d63816fddf20aa" providerId="LiveId" clId="{0DED7085-C729-45ED-A356-5D878D4DF8FE}" dt="2026-03-27T16:52:26.593" v="92"/>
          <ac:spMkLst>
            <pc:docMk/>
            <pc:sldMk cId="0" sldId="261"/>
            <ac:spMk id="28" creationId="{FE85B708-39D8-01CD-4307-618D1F10A017}"/>
          </ac:spMkLst>
        </pc:spChg>
        <pc:spChg chg="mod">
          <ac:chgData name="Akshat Danve" userId="49d63816fddf20aa" providerId="LiveId" clId="{0DED7085-C729-45ED-A356-5D878D4DF8FE}" dt="2026-03-27T16:53:52.349" v="114"/>
          <ac:spMkLst>
            <pc:docMk/>
            <pc:sldMk cId="0" sldId="261"/>
            <ac:spMk id="30" creationId="{1175CC38-E230-6A4C-8FE3-13188E5F1E07}"/>
          </ac:spMkLst>
        </pc:spChg>
        <pc:spChg chg="mod">
          <ac:chgData name="Akshat Danve" userId="49d63816fddf20aa" providerId="LiveId" clId="{0DED7085-C729-45ED-A356-5D878D4DF8FE}" dt="2026-03-27T16:53:52.349" v="114"/>
          <ac:spMkLst>
            <pc:docMk/>
            <pc:sldMk cId="0" sldId="261"/>
            <ac:spMk id="31" creationId="{E069FB88-0B12-680C-894B-4F2377808EB2}"/>
          </ac:spMkLst>
        </pc:spChg>
        <pc:grpChg chg="del">
          <ac:chgData name="Akshat Danve" userId="49d63816fddf20aa" providerId="LiveId" clId="{0DED7085-C729-45ED-A356-5D878D4DF8FE}" dt="2026-03-27T16:49:45.194" v="47" actId="478"/>
          <ac:grpSpMkLst>
            <pc:docMk/>
            <pc:sldMk cId="0" sldId="261"/>
            <ac:grpSpMk id="2" creationId="{00000000-0000-0000-0000-000000000000}"/>
          </ac:grpSpMkLst>
        </pc:grpChg>
        <pc:grpChg chg="del">
          <ac:chgData name="Akshat Danve" userId="49d63816fddf20aa" providerId="LiveId" clId="{0DED7085-C729-45ED-A356-5D878D4DF8FE}" dt="2026-03-27T16:49:47.048" v="48" actId="478"/>
          <ac:grpSpMkLst>
            <pc:docMk/>
            <pc:sldMk cId="0" sldId="261"/>
            <ac:grpSpMk id="5" creationId="{00000000-0000-0000-0000-000000000000}"/>
          </ac:grpSpMkLst>
        </pc:grpChg>
        <pc:grpChg chg="del">
          <ac:chgData name="Akshat Danve" userId="49d63816fddf20aa" providerId="LiveId" clId="{0DED7085-C729-45ED-A356-5D878D4DF8FE}" dt="2026-03-27T16:49:38.823" v="45" actId="478"/>
          <ac:grpSpMkLst>
            <pc:docMk/>
            <pc:sldMk cId="0" sldId="261"/>
            <ac:grpSpMk id="8" creationId="{00000000-0000-0000-0000-000000000000}"/>
          </ac:grpSpMkLst>
        </pc:grpChg>
        <pc:grpChg chg="add mod">
          <ac:chgData name="Akshat Danve" userId="49d63816fddf20aa" providerId="LiveId" clId="{0DED7085-C729-45ED-A356-5D878D4DF8FE}" dt="2026-03-27T16:52:26.593" v="92"/>
          <ac:grpSpMkLst>
            <pc:docMk/>
            <pc:sldMk cId="0" sldId="261"/>
            <ac:grpSpMk id="19" creationId="{8543CAF7-E669-1D69-6751-6BF6DA543575}"/>
          </ac:grpSpMkLst>
        </pc:grpChg>
        <pc:grpChg chg="add del mod">
          <ac:chgData name="Akshat Danve" userId="49d63816fddf20aa" providerId="LiveId" clId="{0DED7085-C729-45ED-A356-5D878D4DF8FE}" dt="2026-03-27T16:53:50.966" v="113" actId="478"/>
          <ac:grpSpMkLst>
            <pc:docMk/>
            <pc:sldMk cId="0" sldId="261"/>
            <ac:grpSpMk id="21" creationId="{8C6EEBE2-8472-BD3F-6BF1-4E2A5F57D811}"/>
          </ac:grpSpMkLst>
        </pc:grpChg>
        <pc:grpChg chg="add del mod">
          <ac:chgData name="Akshat Danve" userId="49d63816fddf20aa" providerId="LiveId" clId="{0DED7085-C729-45ED-A356-5D878D4DF8FE}" dt="2026-03-27T16:56:26.571" v="171" actId="478"/>
          <ac:grpSpMkLst>
            <pc:docMk/>
            <pc:sldMk cId="0" sldId="261"/>
            <ac:grpSpMk id="24" creationId="{63C00D79-7347-247C-773F-D193A2392BB3}"/>
          </ac:grpSpMkLst>
        </pc:grpChg>
        <pc:grpChg chg="add mod">
          <ac:chgData name="Akshat Danve" userId="49d63816fddf20aa" providerId="LiveId" clId="{0DED7085-C729-45ED-A356-5D878D4DF8FE}" dt="2026-03-27T16:52:26.593" v="92"/>
          <ac:grpSpMkLst>
            <pc:docMk/>
            <pc:sldMk cId="0" sldId="261"/>
            <ac:grpSpMk id="27" creationId="{DFFB366D-2456-12C2-7E16-BD6AEA548B1E}"/>
          </ac:grpSpMkLst>
        </pc:grpChg>
        <pc:grpChg chg="add mod">
          <ac:chgData name="Akshat Danve" userId="49d63816fddf20aa" providerId="LiveId" clId="{0DED7085-C729-45ED-A356-5D878D4DF8FE}" dt="2026-03-27T16:53:52.349" v="114"/>
          <ac:grpSpMkLst>
            <pc:docMk/>
            <pc:sldMk cId="0" sldId="261"/>
            <ac:grpSpMk id="29" creationId="{4D16E317-EAFC-58CF-613B-DCCF360DBBDD}"/>
          </ac:grpSpMkLst>
        </pc:grpChg>
      </pc:sldChg>
      <pc:sldChg chg="addSp delSp modSp add del mod">
        <pc:chgData name="Akshat Danve" userId="49d63816fddf20aa" providerId="LiveId" clId="{0DED7085-C729-45ED-A356-5D878D4DF8FE}" dt="2026-03-27T19:08:57.318" v="806" actId="1076"/>
        <pc:sldMkLst>
          <pc:docMk/>
          <pc:sldMk cId="0" sldId="262"/>
        </pc:sldMkLst>
        <pc:spChg chg="mod">
          <ac:chgData name="Akshat Danve" userId="49d63816fddf20aa" providerId="LiveId" clId="{0DED7085-C729-45ED-A356-5D878D4DF8FE}" dt="2026-03-27T19:08:43.347" v="802" actId="20577"/>
          <ac:spMkLst>
            <pc:docMk/>
            <pc:sldMk cId="0" sldId="262"/>
            <ac:spMk id="9" creationId="{00000000-0000-0000-0000-000000000000}"/>
          </ac:spMkLst>
        </pc:spChg>
        <pc:spChg chg="mod">
          <ac:chgData name="Akshat Danve" userId="49d63816fddf20aa" providerId="LiveId" clId="{0DED7085-C729-45ED-A356-5D878D4DF8FE}" dt="2026-03-27T19:08:39.472" v="800" actId="6549"/>
          <ac:spMkLst>
            <pc:docMk/>
            <pc:sldMk cId="0" sldId="262"/>
            <ac:spMk id="12" creationId="{00000000-0000-0000-0000-000000000000}"/>
          </ac:spMkLst>
        </pc:spChg>
        <pc:spChg chg="mod">
          <ac:chgData name="Akshat Danve" userId="49d63816fddf20aa" providerId="LiveId" clId="{0DED7085-C729-45ED-A356-5D878D4DF8FE}" dt="2026-03-27T16:49:56.119" v="50"/>
          <ac:spMkLst>
            <pc:docMk/>
            <pc:sldMk cId="0" sldId="262"/>
            <ac:spMk id="20" creationId="{80A7403E-FAE6-2BAD-D33C-133BFA4A394D}"/>
          </ac:spMkLst>
        </pc:spChg>
        <pc:spChg chg="mod topLvl">
          <ac:chgData name="Akshat Danve" userId="49d63816fddf20aa" providerId="LiveId" clId="{0DED7085-C729-45ED-A356-5D878D4DF8FE}" dt="2026-03-27T16:54:05.535" v="117" actId="478"/>
          <ac:spMkLst>
            <pc:docMk/>
            <pc:sldMk cId="0" sldId="262"/>
            <ac:spMk id="22" creationId="{4839D7CE-264D-B0EF-07D2-072CA52F53A2}"/>
          </ac:spMkLst>
        </pc:spChg>
        <pc:spChg chg="del mod topLvl">
          <ac:chgData name="Akshat Danve" userId="49d63816fddf20aa" providerId="LiveId" clId="{0DED7085-C729-45ED-A356-5D878D4DF8FE}" dt="2026-03-27T16:54:05.535" v="117" actId="478"/>
          <ac:spMkLst>
            <pc:docMk/>
            <pc:sldMk cId="0" sldId="262"/>
            <ac:spMk id="23" creationId="{F23C5128-FEDF-8736-BD4B-5171571418D8}"/>
          </ac:spMkLst>
        </pc:spChg>
        <pc:spChg chg="mod">
          <ac:chgData name="Akshat Danve" userId="49d63816fddf20aa" providerId="LiveId" clId="{0DED7085-C729-45ED-A356-5D878D4DF8FE}" dt="2026-03-27T16:49:56.119" v="50"/>
          <ac:spMkLst>
            <pc:docMk/>
            <pc:sldMk cId="0" sldId="262"/>
            <ac:spMk id="25" creationId="{28D98221-F4AD-BD0E-4761-2C1550EDE755}"/>
          </ac:spMkLst>
        </pc:spChg>
        <pc:spChg chg="mod">
          <ac:chgData name="Akshat Danve" userId="49d63816fddf20aa" providerId="LiveId" clId="{0DED7085-C729-45ED-A356-5D878D4DF8FE}" dt="2026-03-27T16:54:12.950" v="120" actId="20577"/>
          <ac:spMkLst>
            <pc:docMk/>
            <pc:sldMk cId="0" sldId="262"/>
            <ac:spMk id="26" creationId="{F4E5B80B-5CC1-F1C6-8473-552913C80EC2}"/>
          </ac:spMkLst>
        </pc:spChg>
        <pc:spChg chg="mod">
          <ac:chgData name="Akshat Danve" userId="49d63816fddf20aa" providerId="LiveId" clId="{0DED7085-C729-45ED-A356-5D878D4DF8FE}" dt="2026-03-27T16:49:56.119" v="50"/>
          <ac:spMkLst>
            <pc:docMk/>
            <pc:sldMk cId="0" sldId="262"/>
            <ac:spMk id="28" creationId="{9A863C38-56C9-980E-8F03-0280F2479245}"/>
          </ac:spMkLst>
        </pc:spChg>
        <pc:spChg chg="mod">
          <ac:chgData name="Akshat Danve" userId="49d63816fddf20aa" providerId="LiveId" clId="{0DED7085-C729-45ED-A356-5D878D4DF8FE}" dt="2026-03-27T16:54:06.848" v="118"/>
          <ac:spMkLst>
            <pc:docMk/>
            <pc:sldMk cId="0" sldId="262"/>
            <ac:spMk id="30" creationId="{043C45C4-D0B4-EF2E-C013-29BCC5E8E6C1}"/>
          </ac:spMkLst>
        </pc:spChg>
        <pc:spChg chg="mod">
          <ac:chgData name="Akshat Danve" userId="49d63816fddf20aa" providerId="LiveId" clId="{0DED7085-C729-45ED-A356-5D878D4DF8FE}" dt="2026-03-27T16:54:06.848" v="118"/>
          <ac:spMkLst>
            <pc:docMk/>
            <pc:sldMk cId="0" sldId="262"/>
            <ac:spMk id="31" creationId="{26E2823B-331F-F238-EBC0-6DBFC2BF8561}"/>
          </ac:spMkLst>
        </pc:spChg>
        <pc:grpChg chg="del mod">
          <ac:chgData name="Akshat Danve" userId="49d63816fddf20aa" providerId="LiveId" clId="{0DED7085-C729-45ED-A356-5D878D4DF8FE}" dt="2026-03-27T19:08:54.435" v="805" actId="1076"/>
          <ac:grpSpMkLst>
            <pc:docMk/>
            <pc:sldMk cId="0" sldId="262"/>
            <ac:grpSpMk id="5" creationId="{00000000-0000-0000-0000-000000000000}"/>
          </ac:grpSpMkLst>
        </pc:grpChg>
        <pc:grpChg chg="del mod">
          <ac:chgData name="Akshat Danve" userId="49d63816fddf20aa" providerId="LiveId" clId="{0DED7085-C729-45ED-A356-5D878D4DF8FE}" dt="2026-03-27T19:08:50.965" v="803" actId="1076"/>
          <ac:grpSpMkLst>
            <pc:docMk/>
            <pc:sldMk cId="0" sldId="262"/>
            <ac:grpSpMk id="7" creationId="{00000000-0000-0000-0000-000000000000}"/>
          </ac:grpSpMkLst>
        </pc:grpChg>
        <pc:grpChg chg="del">
          <ac:chgData name="Akshat Danve" userId="49d63816fddf20aa" providerId="LiveId" clId="{0DED7085-C729-45ED-A356-5D878D4DF8FE}" dt="2026-03-27T16:49:54.785" v="49" actId="478"/>
          <ac:grpSpMkLst>
            <pc:docMk/>
            <pc:sldMk cId="0" sldId="262"/>
            <ac:grpSpMk id="10" creationId="{00000000-0000-0000-0000-000000000000}"/>
          </ac:grpSpMkLst>
        </pc:grpChg>
        <pc:grpChg chg="del mod">
          <ac:chgData name="Akshat Danve" userId="49d63816fddf20aa" providerId="LiveId" clId="{0DED7085-C729-45ED-A356-5D878D4DF8FE}" dt="2026-03-27T19:08:57.318" v="806" actId="1076"/>
          <ac:grpSpMkLst>
            <pc:docMk/>
            <pc:sldMk cId="0" sldId="262"/>
            <ac:grpSpMk id="13" creationId="{00000000-0000-0000-0000-000000000000}"/>
          </ac:grpSpMkLst>
        </pc:grpChg>
        <pc:grpChg chg="add mod">
          <ac:chgData name="Akshat Danve" userId="49d63816fddf20aa" providerId="LiveId" clId="{0DED7085-C729-45ED-A356-5D878D4DF8FE}" dt="2026-03-27T16:49:56.119" v="50"/>
          <ac:grpSpMkLst>
            <pc:docMk/>
            <pc:sldMk cId="0" sldId="262"/>
            <ac:grpSpMk id="19" creationId="{82B6DCDE-1D04-8C34-783D-88D67F7A3E98}"/>
          </ac:grpSpMkLst>
        </pc:grpChg>
        <pc:grpChg chg="add del mod">
          <ac:chgData name="Akshat Danve" userId="49d63816fddf20aa" providerId="LiveId" clId="{0DED7085-C729-45ED-A356-5D878D4DF8FE}" dt="2026-03-27T16:54:05.535" v="117" actId="478"/>
          <ac:grpSpMkLst>
            <pc:docMk/>
            <pc:sldMk cId="0" sldId="262"/>
            <ac:grpSpMk id="21" creationId="{2F689F7C-A5B9-DD23-B30B-441723842F8B}"/>
          </ac:grpSpMkLst>
        </pc:grpChg>
        <pc:grpChg chg="add del mod">
          <ac:chgData name="Akshat Danve" userId="49d63816fddf20aa" providerId="LiveId" clId="{0DED7085-C729-45ED-A356-5D878D4DF8FE}" dt="2026-03-27T16:56:23.220" v="170" actId="478"/>
          <ac:grpSpMkLst>
            <pc:docMk/>
            <pc:sldMk cId="0" sldId="262"/>
            <ac:grpSpMk id="24" creationId="{CED38CD2-C7B5-1ED4-0938-BA7207D3700E}"/>
          </ac:grpSpMkLst>
        </pc:grpChg>
        <pc:grpChg chg="add mod">
          <ac:chgData name="Akshat Danve" userId="49d63816fddf20aa" providerId="LiveId" clId="{0DED7085-C729-45ED-A356-5D878D4DF8FE}" dt="2026-03-27T16:49:56.119" v="50"/>
          <ac:grpSpMkLst>
            <pc:docMk/>
            <pc:sldMk cId="0" sldId="262"/>
            <ac:grpSpMk id="27" creationId="{2F13D3B5-D699-388E-54CE-08DE5D42C8A0}"/>
          </ac:grpSpMkLst>
        </pc:grpChg>
        <pc:grpChg chg="add mod">
          <ac:chgData name="Akshat Danve" userId="49d63816fddf20aa" providerId="LiveId" clId="{0DED7085-C729-45ED-A356-5D878D4DF8FE}" dt="2026-03-27T16:54:06.848" v="118"/>
          <ac:grpSpMkLst>
            <pc:docMk/>
            <pc:sldMk cId="0" sldId="262"/>
            <ac:grpSpMk id="29" creationId="{B6CFC1EA-F404-20F8-0E14-A3EB27161957}"/>
          </ac:grpSpMkLst>
        </pc:grpChg>
      </pc:sldChg>
      <pc:sldChg chg="addSp delSp modSp mod">
        <pc:chgData name="Akshat Danve" userId="49d63816fddf20aa" providerId="LiveId" clId="{0DED7085-C729-45ED-A356-5D878D4DF8FE}" dt="2026-03-27T16:56:20.444" v="169" actId="478"/>
        <pc:sldMkLst>
          <pc:docMk/>
          <pc:sldMk cId="0" sldId="263"/>
        </pc:sldMkLst>
        <pc:spChg chg="topLvl">
          <ac:chgData name="Akshat Danve" userId="49d63816fddf20aa" providerId="LiveId" clId="{0DED7085-C729-45ED-A356-5D878D4DF8FE}" dt="2026-03-27T16:54:17.647" v="121" actId="478"/>
          <ac:spMkLst>
            <pc:docMk/>
            <pc:sldMk cId="0" sldId="263"/>
            <ac:spMk id="8" creationId="{00000000-0000-0000-0000-000000000000}"/>
          </ac:spMkLst>
        </pc:spChg>
        <pc:spChg chg="del mod topLvl">
          <ac:chgData name="Akshat Danve" userId="49d63816fddf20aa" providerId="LiveId" clId="{0DED7085-C729-45ED-A356-5D878D4DF8FE}" dt="2026-03-27T16:54:17.647" v="121" actId="478"/>
          <ac:spMkLst>
            <pc:docMk/>
            <pc:sldMk cId="0" sldId="263"/>
            <ac:spMk id="9" creationId="{00000000-0000-0000-0000-000000000000}"/>
          </ac:spMkLst>
        </pc:spChg>
        <pc:spChg chg="mod">
          <ac:chgData name="Akshat Danve" userId="49d63816fddf20aa" providerId="LiveId" clId="{0DED7085-C729-45ED-A356-5D878D4DF8FE}" dt="2026-03-27T16:54:22.224" v="124" actId="20577"/>
          <ac:spMkLst>
            <pc:docMk/>
            <pc:sldMk cId="0" sldId="263"/>
            <ac:spMk id="12" creationId="{00000000-0000-0000-0000-000000000000}"/>
          </ac:spMkLst>
        </pc:spChg>
        <pc:spChg chg="mod">
          <ac:chgData name="Akshat Danve" userId="49d63816fddf20aa" providerId="LiveId" clId="{0DED7085-C729-45ED-A356-5D878D4DF8FE}" dt="2026-03-27T16:54:18.447" v="122"/>
          <ac:spMkLst>
            <pc:docMk/>
            <pc:sldMk cId="0" sldId="263"/>
            <ac:spMk id="17" creationId="{58D9892E-896C-8D2A-6D08-C99FB47D0F3D}"/>
          </ac:spMkLst>
        </pc:spChg>
        <pc:spChg chg="mod">
          <ac:chgData name="Akshat Danve" userId="49d63816fddf20aa" providerId="LiveId" clId="{0DED7085-C729-45ED-A356-5D878D4DF8FE}" dt="2026-03-27T16:54:18.447" v="122"/>
          <ac:spMkLst>
            <pc:docMk/>
            <pc:sldMk cId="0" sldId="263"/>
            <ac:spMk id="18" creationId="{D917D3F4-A9DE-74CA-038D-A48FAF60C2BE}"/>
          </ac:spMkLst>
        </pc:spChg>
        <pc:grpChg chg="mod">
          <ac:chgData name="Akshat Danve" userId="49d63816fddf20aa" providerId="LiveId" clId="{0DED7085-C729-45ED-A356-5D878D4DF8FE}" dt="2026-03-27T16:47:58.402" v="31" actId="1076"/>
          <ac:grpSpMkLst>
            <pc:docMk/>
            <pc:sldMk cId="0" sldId="263"/>
            <ac:grpSpMk id="5" creationId="{00000000-0000-0000-0000-000000000000}"/>
          </ac:grpSpMkLst>
        </pc:grpChg>
        <pc:grpChg chg="del">
          <ac:chgData name="Akshat Danve" userId="49d63816fddf20aa" providerId="LiveId" clId="{0DED7085-C729-45ED-A356-5D878D4DF8FE}" dt="2026-03-27T16:54:17.647" v="121" actId="478"/>
          <ac:grpSpMkLst>
            <pc:docMk/>
            <pc:sldMk cId="0" sldId="263"/>
            <ac:grpSpMk id="7" creationId="{00000000-0000-0000-0000-000000000000}"/>
          </ac:grpSpMkLst>
        </pc:grpChg>
        <pc:grpChg chg="del">
          <ac:chgData name="Akshat Danve" userId="49d63816fddf20aa" providerId="LiveId" clId="{0DED7085-C729-45ED-A356-5D878D4DF8FE}" dt="2026-03-27T16:56:20.444" v="169" actId="478"/>
          <ac:grpSpMkLst>
            <pc:docMk/>
            <pc:sldMk cId="0" sldId="263"/>
            <ac:grpSpMk id="10" creationId="{00000000-0000-0000-0000-000000000000}"/>
          </ac:grpSpMkLst>
        </pc:grpChg>
        <pc:grpChg chg="mod">
          <ac:chgData name="Akshat Danve" userId="49d63816fddf20aa" providerId="LiveId" clId="{0DED7085-C729-45ED-A356-5D878D4DF8FE}" dt="2026-03-27T16:48:02.289" v="32" actId="1076"/>
          <ac:grpSpMkLst>
            <pc:docMk/>
            <pc:sldMk cId="0" sldId="263"/>
            <ac:grpSpMk id="13" creationId="{00000000-0000-0000-0000-000000000000}"/>
          </ac:grpSpMkLst>
        </pc:grpChg>
        <pc:grpChg chg="add mod">
          <ac:chgData name="Akshat Danve" userId="49d63816fddf20aa" providerId="LiveId" clId="{0DED7085-C729-45ED-A356-5D878D4DF8FE}" dt="2026-03-27T16:54:18.447" v="122"/>
          <ac:grpSpMkLst>
            <pc:docMk/>
            <pc:sldMk cId="0" sldId="263"/>
            <ac:grpSpMk id="16" creationId="{596F8DB5-6B51-BA10-10A0-E954D43AB64D}"/>
          </ac:grpSpMkLst>
        </pc:grpChg>
      </pc:sldChg>
      <pc:sldChg chg="addSp delSp modSp mod ord">
        <pc:chgData name="Akshat Danve" userId="49d63816fddf20aa" providerId="LiveId" clId="{0DED7085-C729-45ED-A356-5D878D4DF8FE}" dt="2026-03-27T18:46:45.037" v="754" actId="20577"/>
        <pc:sldMkLst>
          <pc:docMk/>
          <pc:sldMk cId="0" sldId="264"/>
        </pc:sldMkLst>
        <pc:spChg chg="mod">
          <ac:chgData name="Akshat Danve" userId="49d63816fddf20aa" providerId="LiveId" clId="{0DED7085-C729-45ED-A356-5D878D4DF8FE}" dt="2026-03-27T18:46:33.210" v="739" actId="207"/>
          <ac:spMkLst>
            <pc:docMk/>
            <pc:sldMk cId="0" sldId="264"/>
            <ac:spMk id="17" creationId="{34F2C477-C773-8FD4-B7BC-C0D9CC01ECB8}"/>
          </ac:spMkLst>
        </pc:spChg>
        <pc:spChg chg="mod">
          <ac:chgData name="Akshat Danve" userId="49d63816fddf20aa" providerId="LiveId" clId="{0DED7085-C729-45ED-A356-5D878D4DF8FE}" dt="2026-03-27T18:44:40.610" v="726" actId="207"/>
          <ac:spMkLst>
            <pc:docMk/>
            <pc:sldMk cId="0" sldId="264"/>
            <ac:spMk id="18" creationId="{8B4193DB-F685-9260-8A02-356579CBA2BC}"/>
          </ac:spMkLst>
        </pc:spChg>
        <pc:spChg chg="mod">
          <ac:chgData name="Akshat Danve" userId="49d63816fddf20aa" providerId="LiveId" clId="{0DED7085-C729-45ED-A356-5D878D4DF8FE}" dt="2026-03-27T18:46:12.772" v="735" actId="207"/>
          <ac:spMkLst>
            <pc:docMk/>
            <pc:sldMk cId="0" sldId="264"/>
            <ac:spMk id="19" creationId="{ECFE1C29-379E-B907-B915-33F1626202BF}"/>
          </ac:spMkLst>
        </pc:spChg>
        <pc:spChg chg="mod">
          <ac:chgData name="Akshat Danve" userId="49d63816fddf20aa" providerId="LiveId" clId="{0DED7085-C729-45ED-A356-5D878D4DF8FE}" dt="2026-03-27T18:45:56.605" v="734" actId="207"/>
          <ac:spMkLst>
            <pc:docMk/>
            <pc:sldMk cId="0" sldId="264"/>
            <ac:spMk id="20" creationId="{8CD61FAA-EC1A-DDE9-BA82-8B8AD77E97E9}"/>
          </ac:spMkLst>
        </pc:spChg>
        <pc:spChg chg="mod">
          <ac:chgData name="Akshat Danve" userId="49d63816fddf20aa" providerId="LiveId" clId="{0DED7085-C729-45ED-A356-5D878D4DF8FE}" dt="2026-03-27T18:46:22.068" v="737" actId="207"/>
          <ac:spMkLst>
            <pc:docMk/>
            <pc:sldMk cId="0" sldId="264"/>
            <ac:spMk id="21" creationId="{CCA659E4-67D0-AD1D-2571-CE2DC39BEA3B}"/>
          </ac:spMkLst>
        </pc:spChg>
        <pc:spChg chg="mod">
          <ac:chgData name="Akshat Danve" userId="49d63816fddf20aa" providerId="LiveId" clId="{0DED7085-C729-45ED-A356-5D878D4DF8FE}" dt="2026-03-27T18:46:17.461" v="736" actId="207"/>
          <ac:spMkLst>
            <pc:docMk/>
            <pc:sldMk cId="0" sldId="264"/>
            <ac:spMk id="22" creationId="{3B9038A5-CD73-FB74-1066-DD55E415F590}"/>
          </ac:spMkLst>
        </pc:spChg>
        <pc:spChg chg="mod">
          <ac:chgData name="Akshat Danve" userId="49d63816fddf20aa" providerId="LiveId" clId="{0DED7085-C729-45ED-A356-5D878D4DF8FE}" dt="2026-03-27T18:46:28.423" v="738" actId="207"/>
          <ac:spMkLst>
            <pc:docMk/>
            <pc:sldMk cId="0" sldId="264"/>
            <ac:spMk id="24" creationId="{7E42C3D1-5E95-FF5E-F0D4-429DF2723D5D}"/>
          </ac:spMkLst>
        </pc:spChg>
        <pc:spChg chg="mod">
          <ac:chgData name="Akshat Danve" userId="49d63816fddf20aa" providerId="LiveId" clId="{0DED7085-C729-45ED-A356-5D878D4DF8FE}" dt="2026-03-27T16:50:10.268" v="52"/>
          <ac:spMkLst>
            <pc:docMk/>
            <pc:sldMk cId="0" sldId="264"/>
            <ac:spMk id="25" creationId="{E20BE14C-6929-0C04-53FA-C2084E6A6621}"/>
          </ac:spMkLst>
        </pc:spChg>
        <pc:spChg chg="mod topLvl">
          <ac:chgData name="Akshat Danve" userId="49d63816fddf20aa" providerId="LiveId" clId="{0DED7085-C729-45ED-A356-5D878D4DF8FE}" dt="2026-03-27T16:54:26.478" v="125" actId="478"/>
          <ac:spMkLst>
            <pc:docMk/>
            <pc:sldMk cId="0" sldId="264"/>
            <ac:spMk id="27" creationId="{1FD3F286-93F0-8E54-CD18-DE64EC928A20}"/>
          </ac:spMkLst>
        </pc:spChg>
        <pc:spChg chg="del mod topLvl">
          <ac:chgData name="Akshat Danve" userId="49d63816fddf20aa" providerId="LiveId" clId="{0DED7085-C729-45ED-A356-5D878D4DF8FE}" dt="2026-03-27T16:54:26.478" v="125" actId="478"/>
          <ac:spMkLst>
            <pc:docMk/>
            <pc:sldMk cId="0" sldId="264"/>
            <ac:spMk id="28" creationId="{6DC45A55-5A87-7DED-E066-B1E17CF8D587}"/>
          </ac:spMkLst>
        </pc:spChg>
        <pc:spChg chg="mod">
          <ac:chgData name="Akshat Danve" userId="49d63816fddf20aa" providerId="LiveId" clId="{0DED7085-C729-45ED-A356-5D878D4DF8FE}" dt="2026-03-27T16:50:10.268" v="52"/>
          <ac:spMkLst>
            <pc:docMk/>
            <pc:sldMk cId="0" sldId="264"/>
            <ac:spMk id="30" creationId="{17D73B7C-BFD5-A32A-7591-C14797EC72C1}"/>
          </ac:spMkLst>
        </pc:spChg>
        <pc:spChg chg="mod">
          <ac:chgData name="Akshat Danve" userId="49d63816fddf20aa" providerId="LiveId" clId="{0DED7085-C729-45ED-A356-5D878D4DF8FE}" dt="2026-03-27T16:50:10.268" v="52"/>
          <ac:spMkLst>
            <pc:docMk/>
            <pc:sldMk cId="0" sldId="264"/>
            <ac:spMk id="31" creationId="{A569B09C-3DE9-6E43-B356-81A4671332AC}"/>
          </ac:spMkLst>
        </pc:spChg>
        <pc:spChg chg="mod">
          <ac:chgData name="Akshat Danve" userId="49d63816fddf20aa" providerId="LiveId" clId="{0DED7085-C729-45ED-A356-5D878D4DF8FE}" dt="2026-03-27T16:50:10.268" v="52"/>
          <ac:spMkLst>
            <pc:docMk/>
            <pc:sldMk cId="0" sldId="264"/>
            <ac:spMk id="33" creationId="{71E594D2-63CF-7935-EE55-B648434B29E1}"/>
          </ac:spMkLst>
        </pc:spChg>
        <pc:spChg chg="mod">
          <ac:chgData name="Akshat Danve" userId="49d63816fddf20aa" providerId="LiveId" clId="{0DED7085-C729-45ED-A356-5D878D4DF8FE}" dt="2026-03-27T16:54:27.017" v="126"/>
          <ac:spMkLst>
            <pc:docMk/>
            <pc:sldMk cId="0" sldId="264"/>
            <ac:spMk id="35" creationId="{91A886AA-1D9F-BB15-83D4-5BB7B7E5DA8F}"/>
          </ac:spMkLst>
        </pc:spChg>
        <pc:spChg chg="mod">
          <ac:chgData name="Akshat Danve" userId="49d63816fddf20aa" providerId="LiveId" clId="{0DED7085-C729-45ED-A356-5D878D4DF8FE}" dt="2026-03-27T16:54:27.017" v="126"/>
          <ac:spMkLst>
            <pc:docMk/>
            <pc:sldMk cId="0" sldId="264"/>
            <ac:spMk id="36" creationId="{D62865AA-9DF2-DD45-6B93-94EF87176086}"/>
          </ac:spMkLst>
        </pc:spChg>
        <pc:grpChg chg="del">
          <ac:chgData name="Akshat Danve" userId="49d63816fddf20aa" providerId="LiveId" clId="{0DED7085-C729-45ED-A356-5D878D4DF8FE}" dt="2026-03-27T16:50:09.105" v="51" actId="478"/>
          <ac:grpSpMkLst>
            <pc:docMk/>
            <pc:sldMk cId="0" sldId="264"/>
            <ac:grpSpMk id="5" creationId="{00000000-0000-0000-0000-000000000000}"/>
          </ac:grpSpMkLst>
        </pc:grpChg>
        <pc:grpChg chg="del">
          <ac:chgData name="Akshat Danve" userId="49d63816fddf20aa" providerId="LiveId" clId="{0DED7085-C729-45ED-A356-5D878D4DF8FE}" dt="2026-03-27T16:50:09.105" v="51" actId="478"/>
          <ac:grpSpMkLst>
            <pc:docMk/>
            <pc:sldMk cId="0" sldId="264"/>
            <ac:grpSpMk id="7" creationId="{00000000-0000-0000-0000-000000000000}"/>
          </ac:grpSpMkLst>
        </pc:grpChg>
        <pc:grpChg chg="del">
          <ac:chgData name="Akshat Danve" userId="49d63816fddf20aa" providerId="LiveId" clId="{0DED7085-C729-45ED-A356-5D878D4DF8FE}" dt="2026-03-27T16:50:09.105" v="51" actId="478"/>
          <ac:grpSpMkLst>
            <pc:docMk/>
            <pc:sldMk cId="0" sldId="264"/>
            <ac:grpSpMk id="10" creationId="{00000000-0000-0000-0000-000000000000}"/>
          </ac:grpSpMkLst>
        </pc:grpChg>
        <pc:grpChg chg="del">
          <ac:chgData name="Akshat Danve" userId="49d63816fddf20aa" providerId="LiveId" clId="{0DED7085-C729-45ED-A356-5D878D4DF8FE}" dt="2026-03-27T16:50:09.105" v="51" actId="478"/>
          <ac:grpSpMkLst>
            <pc:docMk/>
            <pc:sldMk cId="0" sldId="264"/>
            <ac:grpSpMk id="13" creationId="{00000000-0000-0000-0000-000000000000}"/>
          </ac:grpSpMkLst>
        </pc:grpChg>
        <pc:grpChg chg="add mod">
          <ac:chgData name="Akshat Danve" userId="49d63816fddf20aa" providerId="LiveId" clId="{0DED7085-C729-45ED-A356-5D878D4DF8FE}" dt="2026-03-27T16:50:19.431" v="55" actId="1076"/>
          <ac:grpSpMkLst>
            <pc:docMk/>
            <pc:sldMk cId="0" sldId="264"/>
            <ac:grpSpMk id="15" creationId="{03096691-3B6D-FCE4-5521-CEDF62745793}"/>
          </ac:grpSpMkLst>
        </pc:grpChg>
        <pc:grpChg chg="add del mod">
          <ac:chgData name="Akshat Danve" userId="49d63816fddf20aa" providerId="LiveId" clId="{0DED7085-C729-45ED-A356-5D878D4DF8FE}" dt="2026-03-27T16:54:26.478" v="125" actId="478"/>
          <ac:grpSpMkLst>
            <pc:docMk/>
            <pc:sldMk cId="0" sldId="264"/>
            <ac:grpSpMk id="26" creationId="{E8E598C4-C15E-955E-1EA8-468DA61DCC72}"/>
          </ac:grpSpMkLst>
        </pc:grpChg>
        <pc:grpChg chg="add del mod">
          <ac:chgData name="Akshat Danve" userId="49d63816fddf20aa" providerId="LiveId" clId="{0DED7085-C729-45ED-A356-5D878D4DF8FE}" dt="2026-03-27T16:56:12.144" v="168" actId="478"/>
          <ac:grpSpMkLst>
            <pc:docMk/>
            <pc:sldMk cId="0" sldId="264"/>
            <ac:grpSpMk id="29" creationId="{2C313922-1731-967B-17C1-E37CD36F6246}"/>
          </ac:grpSpMkLst>
        </pc:grpChg>
        <pc:grpChg chg="add mod">
          <ac:chgData name="Akshat Danve" userId="49d63816fddf20aa" providerId="LiveId" clId="{0DED7085-C729-45ED-A356-5D878D4DF8FE}" dt="2026-03-27T16:50:22.736" v="56" actId="1076"/>
          <ac:grpSpMkLst>
            <pc:docMk/>
            <pc:sldMk cId="0" sldId="264"/>
            <ac:grpSpMk id="32" creationId="{B83A15C2-4EAF-25A2-4FF2-C8D78C9F300A}"/>
          </ac:grpSpMkLst>
        </pc:grpChg>
        <pc:grpChg chg="add mod">
          <ac:chgData name="Akshat Danve" userId="49d63816fddf20aa" providerId="LiveId" clId="{0DED7085-C729-45ED-A356-5D878D4DF8FE}" dt="2026-03-27T16:54:27.017" v="126"/>
          <ac:grpSpMkLst>
            <pc:docMk/>
            <pc:sldMk cId="0" sldId="264"/>
            <ac:grpSpMk id="34" creationId="{47F2D393-FD3D-C7F0-5458-CE22458C435F}"/>
          </ac:grpSpMkLst>
        </pc:grpChg>
        <pc:graphicFrameChg chg="modGraphic">
          <ac:chgData name="Akshat Danve" userId="49d63816fddf20aa" providerId="LiveId" clId="{0DED7085-C729-45ED-A356-5D878D4DF8FE}" dt="2026-03-27T18:46:45.037" v="754" actId="20577"/>
          <ac:graphicFrameMkLst>
            <pc:docMk/>
            <pc:sldMk cId="0" sldId="264"/>
            <ac:graphicFrameMk id="16" creationId="{25FAC8DD-B59C-F92C-76C2-F2881929D38A}"/>
          </ac:graphicFrameMkLst>
        </pc:graphicFrameChg>
      </pc:sldChg>
      <pc:sldChg chg="addSp delSp modSp mod">
        <pc:chgData name="Akshat Danve" userId="49d63816fddf20aa" providerId="LiveId" clId="{0DED7085-C729-45ED-A356-5D878D4DF8FE}" dt="2026-03-27T18:31:18.688" v="627" actId="20577"/>
        <pc:sldMkLst>
          <pc:docMk/>
          <pc:sldMk cId="0" sldId="265"/>
        </pc:sldMkLst>
        <pc:spChg chg="mod">
          <ac:chgData name="Akshat Danve" userId="49d63816fddf20aa" providerId="LiveId" clId="{0DED7085-C729-45ED-A356-5D878D4DF8FE}" dt="2026-03-27T18:19:21.242" v="558"/>
          <ac:spMkLst>
            <pc:docMk/>
            <pc:sldMk cId="0" sldId="265"/>
            <ac:spMk id="4" creationId="{00000000-0000-0000-0000-000000000000}"/>
          </ac:spMkLst>
        </pc:spChg>
        <pc:spChg chg="del">
          <ac:chgData name="Akshat Danve" userId="49d63816fddf20aa" providerId="LiveId" clId="{0DED7085-C729-45ED-A356-5D878D4DF8FE}" dt="2026-03-27T18:21:13" v="562" actId="478"/>
          <ac:spMkLst>
            <pc:docMk/>
            <pc:sldMk cId="0" sldId="265"/>
            <ac:spMk id="15" creationId="{00000000-0000-0000-0000-000000000000}"/>
          </ac:spMkLst>
        </pc:spChg>
        <pc:spChg chg="mod">
          <ac:chgData name="Akshat Danve" userId="49d63816fddf20aa" providerId="LiveId" clId="{0DED7085-C729-45ED-A356-5D878D4DF8FE}" dt="2026-03-27T18:31:18.688" v="627" actId="20577"/>
          <ac:spMkLst>
            <pc:docMk/>
            <pc:sldMk cId="0" sldId="265"/>
            <ac:spMk id="16" creationId="{00000000-0000-0000-0000-000000000000}"/>
          </ac:spMkLst>
        </pc:spChg>
        <pc:spChg chg="mod">
          <ac:chgData name="Akshat Danve" userId="49d63816fddf20aa" providerId="LiveId" clId="{0DED7085-C729-45ED-A356-5D878D4DF8FE}" dt="2026-03-27T16:50:32.364" v="58"/>
          <ac:spMkLst>
            <pc:docMk/>
            <pc:sldMk cId="0" sldId="265"/>
            <ac:spMk id="18" creationId="{BF7575FC-49C0-C789-7563-203A75D89C10}"/>
          </ac:spMkLst>
        </pc:spChg>
        <pc:spChg chg="mod topLvl">
          <ac:chgData name="Akshat Danve" userId="49d63816fddf20aa" providerId="LiveId" clId="{0DED7085-C729-45ED-A356-5D878D4DF8FE}" dt="2026-03-27T16:54:32.869" v="127" actId="478"/>
          <ac:spMkLst>
            <pc:docMk/>
            <pc:sldMk cId="0" sldId="265"/>
            <ac:spMk id="20" creationId="{FD848EB1-0839-156F-21E8-3F34DDA10848}"/>
          </ac:spMkLst>
        </pc:spChg>
        <pc:spChg chg="del mod topLvl">
          <ac:chgData name="Akshat Danve" userId="49d63816fddf20aa" providerId="LiveId" clId="{0DED7085-C729-45ED-A356-5D878D4DF8FE}" dt="2026-03-27T16:54:32.869" v="127" actId="478"/>
          <ac:spMkLst>
            <pc:docMk/>
            <pc:sldMk cId="0" sldId="265"/>
            <ac:spMk id="21" creationId="{2D37D1C5-7E45-9FB5-D2B4-29FB9BDD7E81}"/>
          </ac:spMkLst>
        </pc:spChg>
        <pc:spChg chg="mod">
          <ac:chgData name="Akshat Danve" userId="49d63816fddf20aa" providerId="LiveId" clId="{0DED7085-C729-45ED-A356-5D878D4DF8FE}" dt="2026-03-27T16:50:32.364" v="58"/>
          <ac:spMkLst>
            <pc:docMk/>
            <pc:sldMk cId="0" sldId="265"/>
            <ac:spMk id="23" creationId="{3423E525-A975-0FFE-47C0-64A3D8ABEFCA}"/>
          </ac:spMkLst>
        </pc:spChg>
        <pc:spChg chg="mod">
          <ac:chgData name="Akshat Danve" userId="49d63816fddf20aa" providerId="LiveId" clId="{0DED7085-C729-45ED-A356-5D878D4DF8FE}" dt="2026-03-27T16:54:36.671" v="130" actId="20577"/>
          <ac:spMkLst>
            <pc:docMk/>
            <pc:sldMk cId="0" sldId="265"/>
            <ac:spMk id="24" creationId="{4EC85BE8-FF1A-5DF5-DC29-E1B661FEAF51}"/>
          </ac:spMkLst>
        </pc:spChg>
        <pc:spChg chg="mod">
          <ac:chgData name="Akshat Danve" userId="49d63816fddf20aa" providerId="LiveId" clId="{0DED7085-C729-45ED-A356-5D878D4DF8FE}" dt="2026-03-27T16:50:32.364" v="58"/>
          <ac:spMkLst>
            <pc:docMk/>
            <pc:sldMk cId="0" sldId="265"/>
            <ac:spMk id="26" creationId="{16E71AEA-EA41-5CDD-F679-A7DD1CD2A8FA}"/>
          </ac:spMkLst>
        </pc:spChg>
        <pc:spChg chg="mod">
          <ac:chgData name="Akshat Danve" userId="49d63816fddf20aa" providerId="LiveId" clId="{0DED7085-C729-45ED-A356-5D878D4DF8FE}" dt="2026-03-27T16:54:33.272" v="128"/>
          <ac:spMkLst>
            <pc:docMk/>
            <pc:sldMk cId="0" sldId="265"/>
            <ac:spMk id="28" creationId="{4D92BCF9-3088-B2B4-F90E-6C7803454338}"/>
          </ac:spMkLst>
        </pc:spChg>
        <pc:spChg chg="mod">
          <ac:chgData name="Akshat Danve" userId="49d63816fddf20aa" providerId="LiveId" clId="{0DED7085-C729-45ED-A356-5D878D4DF8FE}" dt="2026-03-27T16:54:33.272" v="128"/>
          <ac:spMkLst>
            <pc:docMk/>
            <pc:sldMk cId="0" sldId="265"/>
            <ac:spMk id="29" creationId="{8175C961-75AB-83D5-DE78-EA6F3ED94970}"/>
          </ac:spMkLst>
        </pc:spChg>
        <pc:spChg chg="add">
          <ac:chgData name="Akshat Danve" userId="49d63816fddf20aa" providerId="LiveId" clId="{0DED7085-C729-45ED-A356-5D878D4DF8FE}" dt="2026-03-27T18:26:11.157" v="569"/>
          <ac:spMkLst>
            <pc:docMk/>
            <pc:sldMk cId="0" sldId="265"/>
            <ac:spMk id="34" creationId="{A6D15493-692A-CEDE-0121-7FE7092FAC14}"/>
          </ac:spMkLst>
        </pc:spChg>
        <pc:spChg chg="add mod">
          <ac:chgData name="Akshat Danve" userId="49d63816fddf20aa" providerId="LiveId" clId="{0DED7085-C729-45ED-A356-5D878D4DF8FE}" dt="2026-03-27T18:30:53.744" v="620" actId="20577"/>
          <ac:spMkLst>
            <pc:docMk/>
            <pc:sldMk cId="0" sldId="265"/>
            <ac:spMk id="35" creationId="{632AA406-7D94-7EA7-0933-79B9B94BC13B}"/>
          </ac:spMkLst>
        </pc:spChg>
        <pc:spChg chg="add del mod">
          <ac:chgData name="Akshat Danve" userId="49d63816fddf20aa" providerId="LiveId" clId="{0DED7085-C729-45ED-A356-5D878D4DF8FE}" dt="2026-03-27T18:27:24.725" v="582" actId="478"/>
          <ac:spMkLst>
            <pc:docMk/>
            <pc:sldMk cId="0" sldId="265"/>
            <ac:spMk id="36" creationId="{B847B69D-F1D9-97D8-9030-671ED7D77717}"/>
          </ac:spMkLst>
        </pc:spChg>
        <pc:spChg chg="add mod">
          <ac:chgData name="Akshat Danve" userId="49d63816fddf20aa" providerId="LiveId" clId="{0DED7085-C729-45ED-A356-5D878D4DF8FE}" dt="2026-03-27T18:29:50.851" v="612" actId="1076"/>
          <ac:spMkLst>
            <pc:docMk/>
            <pc:sldMk cId="0" sldId="265"/>
            <ac:spMk id="37" creationId="{B574A9F4-67F8-EB4D-EF08-0E0EB19D9B28}"/>
          </ac:spMkLst>
        </pc:spChg>
        <pc:grpChg chg="del">
          <ac:chgData name="Akshat Danve" userId="49d63816fddf20aa" providerId="LiveId" clId="{0DED7085-C729-45ED-A356-5D878D4DF8FE}" dt="2026-03-27T16:50:31.816" v="57" actId="478"/>
          <ac:grpSpMkLst>
            <pc:docMk/>
            <pc:sldMk cId="0" sldId="265"/>
            <ac:grpSpMk id="5" creationId="{00000000-0000-0000-0000-000000000000}"/>
          </ac:grpSpMkLst>
        </pc:grpChg>
        <pc:grpChg chg="del">
          <ac:chgData name="Akshat Danve" userId="49d63816fddf20aa" providerId="LiveId" clId="{0DED7085-C729-45ED-A356-5D878D4DF8FE}" dt="2026-03-27T16:50:31.816" v="57" actId="478"/>
          <ac:grpSpMkLst>
            <pc:docMk/>
            <pc:sldMk cId="0" sldId="265"/>
            <ac:grpSpMk id="7" creationId="{00000000-0000-0000-0000-000000000000}"/>
          </ac:grpSpMkLst>
        </pc:grpChg>
        <pc:grpChg chg="del">
          <ac:chgData name="Akshat Danve" userId="49d63816fddf20aa" providerId="LiveId" clId="{0DED7085-C729-45ED-A356-5D878D4DF8FE}" dt="2026-03-27T16:50:31.816" v="57" actId="478"/>
          <ac:grpSpMkLst>
            <pc:docMk/>
            <pc:sldMk cId="0" sldId="265"/>
            <ac:grpSpMk id="10" creationId="{00000000-0000-0000-0000-000000000000}"/>
          </ac:grpSpMkLst>
        </pc:grpChg>
        <pc:grpChg chg="del">
          <ac:chgData name="Akshat Danve" userId="49d63816fddf20aa" providerId="LiveId" clId="{0DED7085-C729-45ED-A356-5D878D4DF8FE}" dt="2026-03-27T16:50:31.816" v="57" actId="478"/>
          <ac:grpSpMkLst>
            <pc:docMk/>
            <pc:sldMk cId="0" sldId="265"/>
            <ac:grpSpMk id="13" creationId="{00000000-0000-0000-0000-000000000000}"/>
          </ac:grpSpMkLst>
        </pc:grpChg>
        <pc:grpChg chg="add mod">
          <ac:chgData name="Akshat Danve" userId="49d63816fddf20aa" providerId="LiveId" clId="{0DED7085-C729-45ED-A356-5D878D4DF8FE}" dt="2026-03-27T16:50:32.364" v="58"/>
          <ac:grpSpMkLst>
            <pc:docMk/>
            <pc:sldMk cId="0" sldId="265"/>
            <ac:grpSpMk id="17" creationId="{4E707450-70B1-8621-C405-47C3F28D8C1A}"/>
          </ac:grpSpMkLst>
        </pc:grpChg>
        <pc:grpChg chg="add del mod">
          <ac:chgData name="Akshat Danve" userId="49d63816fddf20aa" providerId="LiveId" clId="{0DED7085-C729-45ED-A356-5D878D4DF8FE}" dt="2026-03-27T16:54:32.869" v="127" actId="478"/>
          <ac:grpSpMkLst>
            <pc:docMk/>
            <pc:sldMk cId="0" sldId="265"/>
            <ac:grpSpMk id="19" creationId="{59EE2A49-C974-8E9B-9660-8B0C991428A5}"/>
          </ac:grpSpMkLst>
        </pc:grpChg>
        <pc:grpChg chg="add del mod">
          <ac:chgData name="Akshat Danve" userId="49d63816fddf20aa" providerId="LiveId" clId="{0DED7085-C729-45ED-A356-5D878D4DF8FE}" dt="2026-03-27T16:56:08.635" v="167" actId="478"/>
          <ac:grpSpMkLst>
            <pc:docMk/>
            <pc:sldMk cId="0" sldId="265"/>
            <ac:grpSpMk id="22" creationId="{DDBB6598-751A-E3F1-B0B0-A848033BE38D}"/>
          </ac:grpSpMkLst>
        </pc:grpChg>
        <pc:grpChg chg="add mod">
          <ac:chgData name="Akshat Danve" userId="49d63816fddf20aa" providerId="LiveId" clId="{0DED7085-C729-45ED-A356-5D878D4DF8FE}" dt="2026-03-27T16:50:32.364" v="58"/>
          <ac:grpSpMkLst>
            <pc:docMk/>
            <pc:sldMk cId="0" sldId="265"/>
            <ac:grpSpMk id="25" creationId="{518C5FC5-F3EE-F685-5650-3F98469CE290}"/>
          </ac:grpSpMkLst>
        </pc:grpChg>
        <pc:grpChg chg="add mod">
          <ac:chgData name="Akshat Danve" userId="49d63816fddf20aa" providerId="LiveId" clId="{0DED7085-C729-45ED-A356-5D878D4DF8FE}" dt="2026-03-27T16:54:33.272" v="128"/>
          <ac:grpSpMkLst>
            <pc:docMk/>
            <pc:sldMk cId="0" sldId="265"/>
            <ac:grpSpMk id="27" creationId="{A7549854-D3AB-F1C6-ED4E-5A3A70165D9B}"/>
          </ac:grpSpMkLst>
        </pc:grpChg>
        <pc:picChg chg="add mod">
          <ac:chgData name="Akshat Danve" userId="49d63816fddf20aa" providerId="LiveId" clId="{0DED7085-C729-45ED-A356-5D878D4DF8FE}" dt="2026-03-27T18:21:20.159" v="564" actId="1076"/>
          <ac:picMkLst>
            <pc:docMk/>
            <pc:sldMk cId="0" sldId="265"/>
            <ac:picMk id="33" creationId="{B1B489F9-752F-A90A-26C1-8C2126706DC6}"/>
          </ac:picMkLst>
        </pc:picChg>
      </pc:sldChg>
      <pc:sldChg chg="addSp delSp modSp del mod">
        <pc:chgData name="Akshat Danve" userId="49d63816fddf20aa" providerId="LiveId" clId="{0DED7085-C729-45ED-A356-5D878D4DF8FE}" dt="2026-03-27T18:44:21.986" v="724" actId="2696"/>
        <pc:sldMkLst>
          <pc:docMk/>
          <pc:sldMk cId="0" sldId="266"/>
        </pc:sldMkLst>
        <pc:spChg chg="mod">
          <ac:chgData name="Akshat Danve" userId="49d63816fddf20aa" providerId="LiveId" clId="{0DED7085-C729-45ED-A356-5D878D4DF8FE}" dt="2026-03-27T16:50:41.267" v="60"/>
          <ac:spMkLst>
            <pc:docMk/>
            <pc:sldMk cId="0" sldId="266"/>
            <ac:spMk id="57" creationId="{507A8225-BAED-6307-593D-3DD52572131D}"/>
          </ac:spMkLst>
        </pc:spChg>
        <pc:spChg chg="mod topLvl">
          <ac:chgData name="Akshat Danve" userId="49d63816fddf20aa" providerId="LiveId" clId="{0DED7085-C729-45ED-A356-5D878D4DF8FE}" dt="2026-03-27T16:54:41.660" v="131" actId="478"/>
          <ac:spMkLst>
            <pc:docMk/>
            <pc:sldMk cId="0" sldId="266"/>
            <ac:spMk id="59" creationId="{CDFD090F-981A-9276-96FA-E5ED00C9AD77}"/>
          </ac:spMkLst>
        </pc:spChg>
        <pc:spChg chg="del mod topLvl">
          <ac:chgData name="Akshat Danve" userId="49d63816fddf20aa" providerId="LiveId" clId="{0DED7085-C729-45ED-A356-5D878D4DF8FE}" dt="2026-03-27T16:54:41.660" v="131" actId="478"/>
          <ac:spMkLst>
            <pc:docMk/>
            <pc:sldMk cId="0" sldId="266"/>
            <ac:spMk id="60" creationId="{4E92CBF4-95C1-EB90-17A1-94D5F7A87E79}"/>
          </ac:spMkLst>
        </pc:spChg>
        <pc:spChg chg="mod">
          <ac:chgData name="Akshat Danve" userId="49d63816fddf20aa" providerId="LiveId" clId="{0DED7085-C729-45ED-A356-5D878D4DF8FE}" dt="2026-03-27T16:50:41.267" v="60"/>
          <ac:spMkLst>
            <pc:docMk/>
            <pc:sldMk cId="0" sldId="266"/>
            <ac:spMk id="62" creationId="{460C1C04-24B4-EA9F-D86F-0971F41F8562}"/>
          </ac:spMkLst>
        </pc:spChg>
        <pc:spChg chg="mod">
          <ac:chgData name="Akshat Danve" userId="49d63816fddf20aa" providerId="LiveId" clId="{0DED7085-C729-45ED-A356-5D878D4DF8FE}" dt="2026-03-27T16:54:46.803" v="135" actId="20577"/>
          <ac:spMkLst>
            <pc:docMk/>
            <pc:sldMk cId="0" sldId="266"/>
            <ac:spMk id="63" creationId="{EFAA95BA-CF98-F0A1-3FF8-41B37F3518A0}"/>
          </ac:spMkLst>
        </pc:spChg>
        <pc:spChg chg="mod">
          <ac:chgData name="Akshat Danve" userId="49d63816fddf20aa" providerId="LiveId" clId="{0DED7085-C729-45ED-A356-5D878D4DF8FE}" dt="2026-03-27T16:50:41.267" v="60"/>
          <ac:spMkLst>
            <pc:docMk/>
            <pc:sldMk cId="0" sldId="266"/>
            <ac:spMk id="65" creationId="{21863493-4D6C-C49C-2CFC-F4F8F3A83E4A}"/>
          </ac:spMkLst>
        </pc:spChg>
        <pc:spChg chg="mod">
          <ac:chgData name="Akshat Danve" userId="49d63816fddf20aa" providerId="LiveId" clId="{0DED7085-C729-45ED-A356-5D878D4DF8FE}" dt="2026-03-27T16:54:42.084" v="132"/>
          <ac:spMkLst>
            <pc:docMk/>
            <pc:sldMk cId="0" sldId="266"/>
            <ac:spMk id="67" creationId="{7CA83FC6-ABDD-E875-19B2-08086659C6B1}"/>
          </ac:spMkLst>
        </pc:spChg>
        <pc:spChg chg="mod">
          <ac:chgData name="Akshat Danve" userId="49d63816fddf20aa" providerId="LiveId" clId="{0DED7085-C729-45ED-A356-5D878D4DF8FE}" dt="2026-03-27T16:54:42.084" v="132"/>
          <ac:spMkLst>
            <pc:docMk/>
            <pc:sldMk cId="0" sldId="266"/>
            <ac:spMk id="68" creationId="{33D86C13-15E0-72BE-A7D3-D3E304E59410}"/>
          </ac:spMkLst>
        </pc:spChg>
        <pc:grpChg chg="del">
          <ac:chgData name="Akshat Danve" userId="49d63816fddf20aa" providerId="LiveId" clId="{0DED7085-C729-45ED-A356-5D878D4DF8FE}" dt="2026-03-27T16:50:40.180" v="59" actId="478"/>
          <ac:grpSpMkLst>
            <pc:docMk/>
            <pc:sldMk cId="0" sldId="266"/>
            <ac:grpSpMk id="5" creationId="{00000000-0000-0000-0000-000000000000}"/>
          </ac:grpSpMkLst>
        </pc:grpChg>
        <pc:grpChg chg="del">
          <ac:chgData name="Akshat Danve" userId="49d63816fddf20aa" providerId="LiveId" clId="{0DED7085-C729-45ED-A356-5D878D4DF8FE}" dt="2026-03-27T16:50:40.180" v="59" actId="478"/>
          <ac:grpSpMkLst>
            <pc:docMk/>
            <pc:sldMk cId="0" sldId="266"/>
            <ac:grpSpMk id="7" creationId="{00000000-0000-0000-0000-000000000000}"/>
          </ac:grpSpMkLst>
        </pc:grpChg>
        <pc:grpChg chg="del">
          <ac:chgData name="Akshat Danve" userId="49d63816fddf20aa" providerId="LiveId" clId="{0DED7085-C729-45ED-A356-5D878D4DF8FE}" dt="2026-03-27T16:50:40.180" v="59" actId="478"/>
          <ac:grpSpMkLst>
            <pc:docMk/>
            <pc:sldMk cId="0" sldId="266"/>
            <ac:grpSpMk id="10" creationId="{00000000-0000-0000-0000-000000000000}"/>
          </ac:grpSpMkLst>
        </pc:grpChg>
        <pc:grpChg chg="del">
          <ac:chgData name="Akshat Danve" userId="49d63816fddf20aa" providerId="LiveId" clId="{0DED7085-C729-45ED-A356-5D878D4DF8FE}" dt="2026-03-27T16:50:40.180" v="59" actId="478"/>
          <ac:grpSpMkLst>
            <pc:docMk/>
            <pc:sldMk cId="0" sldId="266"/>
            <ac:grpSpMk id="13" creationId="{00000000-0000-0000-0000-000000000000}"/>
          </ac:grpSpMkLst>
        </pc:grpChg>
        <pc:grpChg chg="add mod">
          <ac:chgData name="Akshat Danve" userId="49d63816fddf20aa" providerId="LiveId" clId="{0DED7085-C729-45ED-A356-5D878D4DF8FE}" dt="2026-03-27T16:50:41.267" v="60"/>
          <ac:grpSpMkLst>
            <pc:docMk/>
            <pc:sldMk cId="0" sldId="266"/>
            <ac:grpSpMk id="56" creationId="{ECCA446D-E78B-59E1-BA4D-66D5D8E248EC}"/>
          </ac:grpSpMkLst>
        </pc:grpChg>
        <pc:grpChg chg="add del mod">
          <ac:chgData name="Akshat Danve" userId="49d63816fddf20aa" providerId="LiveId" clId="{0DED7085-C729-45ED-A356-5D878D4DF8FE}" dt="2026-03-27T16:54:41.660" v="131" actId="478"/>
          <ac:grpSpMkLst>
            <pc:docMk/>
            <pc:sldMk cId="0" sldId="266"/>
            <ac:grpSpMk id="58" creationId="{9E41D826-E969-3AFD-CD4F-2EB39F2616A6}"/>
          </ac:grpSpMkLst>
        </pc:grpChg>
        <pc:grpChg chg="add del mod">
          <ac:chgData name="Akshat Danve" userId="49d63816fddf20aa" providerId="LiveId" clId="{0DED7085-C729-45ED-A356-5D878D4DF8FE}" dt="2026-03-27T16:56:07.065" v="166" actId="478"/>
          <ac:grpSpMkLst>
            <pc:docMk/>
            <pc:sldMk cId="0" sldId="266"/>
            <ac:grpSpMk id="61" creationId="{77618CBD-6315-5F92-EEEB-4C40664CE7C0}"/>
          </ac:grpSpMkLst>
        </pc:grpChg>
        <pc:grpChg chg="add mod">
          <ac:chgData name="Akshat Danve" userId="49d63816fddf20aa" providerId="LiveId" clId="{0DED7085-C729-45ED-A356-5D878D4DF8FE}" dt="2026-03-27T16:50:41.267" v="60"/>
          <ac:grpSpMkLst>
            <pc:docMk/>
            <pc:sldMk cId="0" sldId="266"/>
            <ac:grpSpMk id="64" creationId="{B0AB5A88-EE7F-EB6A-6BD3-E322FAC790C3}"/>
          </ac:grpSpMkLst>
        </pc:grpChg>
        <pc:grpChg chg="add mod">
          <ac:chgData name="Akshat Danve" userId="49d63816fddf20aa" providerId="LiveId" clId="{0DED7085-C729-45ED-A356-5D878D4DF8FE}" dt="2026-03-27T16:54:42.084" v="132"/>
          <ac:grpSpMkLst>
            <pc:docMk/>
            <pc:sldMk cId="0" sldId="266"/>
            <ac:grpSpMk id="66" creationId="{CB20B5BC-7173-9EF7-8CD6-1331D2A15637}"/>
          </ac:grpSpMkLst>
        </pc:grpChg>
      </pc:sldChg>
      <pc:sldChg chg="addSp delSp modSp mod">
        <pc:chgData name="Akshat Danve" userId="49d63816fddf20aa" providerId="LiveId" clId="{0DED7085-C729-45ED-A356-5D878D4DF8FE}" dt="2026-03-27T16:56:03.693" v="164" actId="478"/>
        <pc:sldMkLst>
          <pc:docMk/>
          <pc:sldMk cId="0" sldId="267"/>
        </pc:sldMkLst>
        <pc:spChg chg="mod">
          <ac:chgData name="Akshat Danve" userId="49d63816fddf20aa" providerId="LiveId" clId="{0DED7085-C729-45ED-A356-5D878D4DF8FE}" dt="2026-03-27T16:50:59.071" v="64"/>
          <ac:spMkLst>
            <pc:docMk/>
            <pc:sldMk cId="0" sldId="267"/>
            <ac:spMk id="21" creationId="{107C959E-20F0-FD71-E9C2-75117D89B474}"/>
          </ac:spMkLst>
        </pc:spChg>
        <pc:spChg chg="mod">
          <ac:chgData name="Akshat Danve" userId="49d63816fddf20aa" providerId="LiveId" clId="{0DED7085-C729-45ED-A356-5D878D4DF8FE}" dt="2026-03-27T16:50:59.071" v="64"/>
          <ac:spMkLst>
            <pc:docMk/>
            <pc:sldMk cId="0" sldId="267"/>
            <ac:spMk id="23" creationId="{1A2149F0-89E1-78DF-C615-C9803B23D365}"/>
          </ac:spMkLst>
        </pc:spChg>
        <pc:spChg chg="mod">
          <ac:chgData name="Akshat Danve" userId="49d63816fddf20aa" providerId="LiveId" clId="{0DED7085-C729-45ED-A356-5D878D4DF8FE}" dt="2026-03-27T16:50:59.071" v="64"/>
          <ac:spMkLst>
            <pc:docMk/>
            <pc:sldMk cId="0" sldId="267"/>
            <ac:spMk id="24" creationId="{2057B538-B0BB-DAFF-67B8-FE0E729BF24F}"/>
          </ac:spMkLst>
        </pc:spChg>
        <pc:spChg chg="mod">
          <ac:chgData name="Akshat Danve" userId="49d63816fddf20aa" providerId="LiveId" clId="{0DED7085-C729-45ED-A356-5D878D4DF8FE}" dt="2026-03-27T16:50:59.071" v="64"/>
          <ac:spMkLst>
            <pc:docMk/>
            <pc:sldMk cId="0" sldId="267"/>
            <ac:spMk id="26" creationId="{0A7343FA-1BF2-4693-5E22-D0FAEF46ABFC}"/>
          </ac:spMkLst>
        </pc:spChg>
        <pc:spChg chg="mod">
          <ac:chgData name="Akshat Danve" userId="49d63816fddf20aa" providerId="LiveId" clId="{0DED7085-C729-45ED-A356-5D878D4DF8FE}" dt="2026-03-27T16:55:07.977" v="145" actId="20577"/>
          <ac:spMkLst>
            <pc:docMk/>
            <pc:sldMk cId="0" sldId="267"/>
            <ac:spMk id="27" creationId="{411C1AD2-94FD-990F-011B-A77E6B28F9BA}"/>
          </ac:spMkLst>
        </pc:spChg>
        <pc:spChg chg="mod">
          <ac:chgData name="Akshat Danve" userId="49d63816fddf20aa" providerId="LiveId" clId="{0DED7085-C729-45ED-A356-5D878D4DF8FE}" dt="2026-03-27T16:50:59.071" v="64"/>
          <ac:spMkLst>
            <pc:docMk/>
            <pc:sldMk cId="0" sldId="267"/>
            <ac:spMk id="29" creationId="{119B275B-10C0-838D-EEE5-AE8F4E230762}"/>
          </ac:spMkLst>
        </pc:spChg>
        <pc:spChg chg="mod">
          <ac:chgData name="Akshat Danve" userId="49d63816fddf20aa" providerId="LiveId" clId="{0DED7085-C729-45ED-A356-5D878D4DF8FE}" dt="2026-03-27T16:55:02.253" v="142"/>
          <ac:spMkLst>
            <pc:docMk/>
            <pc:sldMk cId="0" sldId="267"/>
            <ac:spMk id="31" creationId="{769AF677-04B5-57A4-FCAF-CD25190E2D4F}"/>
          </ac:spMkLst>
        </pc:spChg>
        <pc:spChg chg="mod">
          <ac:chgData name="Akshat Danve" userId="49d63816fddf20aa" providerId="LiveId" clId="{0DED7085-C729-45ED-A356-5D878D4DF8FE}" dt="2026-03-27T16:55:02.253" v="142"/>
          <ac:spMkLst>
            <pc:docMk/>
            <pc:sldMk cId="0" sldId="267"/>
            <ac:spMk id="32" creationId="{5464E18A-0F92-860B-21B9-DCF57D4F89F9}"/>
          </ac:spMkLst>
        </pc:spChg>
        <pc:grpChg chg="del">
          <ac:chgData name="Akshat Danve" userId="49d63816fddf20aa" providerId="LiveId" clId="{0DED7085-C729-45ED-A356-5D878D4DF8FE}" dt="2026-03-27T16:50:58.268" v="63" actId="478"/>
          <ac:grpSpMkLst>
            <pc:docMk/>
            <pc:sldMk cId="0" sldId="267"/>
            <ac:grpSpMk id="5" creationId="{00000000-0000-0000-0000-000000000000}"/>
          </ac:grpSpMkLst>
        </pc:grpChg>
        <pc:grpChg chg="del">
          <ac:chgData name="Akshat Danve" userId="49d63816fddf20aa" providerId="LiveId" clId="{0DED7085-C729-45ED-A356-5D878D4DF8FE}" dt="2026-03-27T16:50:58.268" v="63" actId="478"/>
          <ac:grpSpMkLst>
            <pc:docMk/>
            <pc:sldMk cId="0" sldId="267"/>
            <ac:grpSpMk id="7" creationId="{00000000-0000-0000-0000-000000000000}"/>
          </ac:grpSpMkLst>
        </pc:grpChg>
        <pc:grpChg chg="del">
          <ac:chgData name="Akshat Danve" userId="49d63816fddf20aa" providerId="LiveId" clId="{0DED7085-C729-45ED-A356-5D878D4DF8FE}" dt="2026-03-27T16:50:58.268" v="63" actId="478"/>
          <ac:grpSpMkLst>
            <pc:docMk/>
            <pc:sldMk cId="0" sldId="267"/>
            <ac:grpSpMk id="10" creationId="{00000000-0000-0000-0000-000000000000}"/>
          </ac:grpSpMkLst>
        </pc:grpChg>
        <pc:grpChg chg="del">
          <ac:chgData name="Akshat Danve" userId="49d63816fddf20aa" providerId="LiveId" clId="{0DED7085-C729-45ED-A356-5D878D4DF8FE}" dt="2026-03-27T16:50:58.268" v="63" actId="478"/>
          <ac:grpSpMkLst>
            <pc:docMk/>
            <pc:sldMk cId="0" sldId="267"/>
            <ac:grpSpMk id="13" creationId="{00000000-0000-0000-0000-000000000000}"/>
          </ac:grpSpMkLst>
        </pc:grpChg>
        <pc:grpChg chg="add mod">
          <ac:chgData name="Akshat Danve" userId="49d63816fddf20aa" providerId="LiveId" clId="{0DED7085-C729-45ED-A356-5D878D4DF8FE}" dt="2026-03-27T16:50:59.071" v="64"/>
          <ac:grpSpMkLst>
            <pc:docMk/>
            <pc:sldMk cId="0" sldId="267"/>
            <ac:grpSpMk id="20" creationId="{FF3EE3E9-A50F-A6DF-8756-F684D1B7B5C7}"/>
          </ac:grpSpMkLst>
        </pc:grpChg>
        <pc:grpChg chg="add del mod">
          <ac:chgData name="Akshat Danve" userId="49d63816fddf20aa" providerId="LiveId" clId="{0DED7085-C729-45ED-A356-5D878D4DF8FE}" dt="2026-03-27T16:55:01.776" v="141" actId="478"/>
          <ac:grpSpMkLst>
            <pc:docMk/>
            <pc:sldMk cId="0" sldId="267"/>
            <ac:grpSpMk id="22" creationId="{93E33986-F074-69A5-C61D-9FD16E08C9EE}"/>
          </ac:grpSpMkLst>
        </pc:grpChg>
        <pc:grpChg chg="add del mod">
          <ac:chgData name="Akshat Danve" userId="49d63816fddf20aa" providerId="LiveId" clId="{0DED7085-C729-45ED-A356-5D878D4DF8FE}" dt="2026-03-27T16:56:03.693" v="164" actId="478"/>
          <ac:grpSpMkLst>
            <pc:docMk/>
            <pc:sldMk cId="0" sldId="267"/>
            <ac:grpSpMk id="25" creationId="{AD4635A2-2FE5-9035-E517-2835D8093AAD}"/>
          </ac:grpSpMkLst>
        </pc:grpChg>
        <pc:grpChg chg="add mod">
          <ac:chgData name="Akshat Danve" userId="49d63816fddf20aa" providerId="LiveId" clId="{0DED7085-C729-45ED-A356-5D878D4DF8FE}" dt="2026-03-27T16:50:59.071" v="64"/>
          <ac:grpSpMkLst>
            <pc:docMk/>
            <pc:sldMk cId="0" sldId="267"/>
            <ac:grpSpMk id="28" creationId="{54BE3D33-4733-D0D6-6BA9-9FBB0367259B}"/>
          </ac:grpSpMkLst>
        </pc:grpChg>
        <pc:grpChg chg="add mod">
          <ac:chgData name="Akshat Danve" userId="49d63816fddf20aa" providerId="LiveId" clId="{0DED7085-C729-45ED-A356-5D878D4DF8FE}" dt="2026-03-27T16:55:02.253" v="142"/>
          <ac:grpSpMkLst>
            <pc:docMk/>
            <pc:sldMk cId="0" sldId="267"/>
            <ac:grpSpMk id="30" creationId="{86A087C6-9515-108D-D294-7BEE18392239}"/>
          </ac:grpSpMkLst>
        </pc:grpChg>
      </pc:sldChg>
      <pc:sldChg chg="addSp delSp modSp mod ord">
        <pc:chgData name="Akshat Danve" userId="49d63816fddf20aa" providerId="LiveId" clId="{0DED7085-C729-45ED-A356-5D878D4DF8FE}" dt="2026-03-27T18:52:33.240" v="790"/>
        <pc:sldMkLst>
          <pc:docMk/>
          <pc:sldMk cId="0" sldId="268"/>
        </pc:sldMkLst>
        <pc:spChg chg="mod">
          <ac:chgData name="Akshat Danve" userId="49d63816fddf20aa" providerId="LiveId" clId="{0DED7085-C729-45ED-A356-5D878D4DF8FE}" dt="2026-03-27T16:51:09.772" v="66"/>
          <ac:spMkLst>
            <pc:docMk/>
            <pc:sldMk cId="0" sldId="268"/>
            <ac:spMk id="24" creationId="{F89387A3-C2C1-963F-98B8-24F17711CC53}"/>
          </ac:spMkLst>
        </pc:spChg>
        <pc:spChg chg="mod">
          <ac:chgData name="Akshat Danve" userId="49d63816fddf20aa" providerId="LiveId" clId="{0DED7085-C729-45ED-A356-5D878D4DF8FE}" dt="2026-03-27T16:51:09.772" v="66"/>
          <ac:spMkLst>
            <pc:docMk/>
            <pc:sldMk cId="0" sldId="268"/>
            <ac:spMk id="26" creationId="{B92E8AF5-8596-C2CB-2DA4-2F940790516D}"/>
          </ac:spMkLst>
        </pc:spChg>
        <pc:spChg chg="mod">
          <ac:chgData name="Akshat Danve" userId="49d63816fddf20aa" providerId="LiveId" clId="{0DED7085-C729-45ED-A356-5D878D4DF8FE}" dt="2026-03-27T16:51:09.772" v="66"/>
          <ac:spMkLst>
            <pc:docMk/>
            <pc:sldMk cId="0" sldId="268"/>
            <ac:spMk id="27" creationId="{5C31F4B4-BA13-10BA-1D8C-F69E8ED0987B}"/>
          </ac:spMkLst>
        </pc:spChg>
        <pc:spChg chg="mod">
          <ac:chgData name="Akshat Danve" userId="49d63816fddf20aa" providerId="LiveId" clId="{0DED7085-C729-45ED-A356-5D878D4DF8FE}" dt="2026-03-27T16:51:09.772" v="66"/>
          <ac:spMkLst>
            <pc:docMk/>
            <pc:sldMk cId="0" sldId="268"/>
            <ac:spMk id="29" creationId="{8591908B-753C-A109-069A-EAD93EBC939B}"/>
          </ac:spMkLst>
        </pc:spChg>
        <pc:spChg chg="mod">
          <ac:chgData name="Akshat Danve" userId="49d63816fddf20aa" providerId="LiveId" clId="{0DED7085-C729-45ED-A356-5D878D4DF8FE}" dt="2026-03-27T16:55:25.149" v="150" actId="20577"/>
          <ac:spMkLst>
            <pc:docMk/>
            <pc:sldMk cId="0" sldId="268"/>
            <ac:spMk id="30" creationId="{317AACF8-069A-97A9-087B-87DF04BC4204}"/>
          </ac:spMkLst>
        </pc:spChg>
        <pc:spChg chg="mod">
          <ac:chgData name="Akshat Danve" userId="49d63816fddf20aa" providerId="LiveId" clId="{0DED7085-C729-45ED-A356-5D878D4DF8FE}" dt="2026-03-27T16:51:09.772" v="66"/>
          <ac:spMkLst>
            <pc:docMk/>
            <pc:sldMk cId="0" sldId="268"/>
            <ac:spMk id="32" creationId="{13769E85-7C4B-AD32-F64D-665501A69331}"/>
          </ac:spMkLst>
        </pc:spChg>
        <pc:spChg chg="mod">
          <ac:chgData name="Akshat Danve" userId="49d63816fddf20aa" providerId="LiveId" clId="{0DED7085-C729-45ED-A356-5D878D4DF8FE}" dt="2026-03-27T16:55:20.724" v="147"/>
          <ac:spMkLst>
            <pc:docMk/>
            <pc:sldMk cId="0" sldId="268"/>
            <ac:spMk id="34" creationId="{2D361AEB-E00B-5569-0055-649B731FB071}"/>
          </ac:spMkLst>
        </pc:spChg>
        <pc:spChg chg="mod">
          <ac:chgData name="Akshat Danve" userId="49d63816fddf20aa" providerId="LiveId" clId="{0DED7085-C729-45ED-A356-5D878D4DF8FE}" dt="2026-03-27T16:55:20.724" v="147"/>
          <ac:spMkLst>
            <pc:docMk/>
            <pc:sldMk cId="0" sldId="268"/>
            <ac:spMk id="35" creationId="{0812C416-982C-3CB9-3089-2AC2DA3FFB9B}"/>
          </ac:spMkLst>
        </pc:spChg>
        <pc:grpChg chg="del">
          <ac:chgData name="Akshat Danve" userId="49d63816fddf20aa" providerId="LiveId" clId="{0DED7085-C729-45ED-A356-5D878D4DF8FE}" dt="2026-03-27T16:51:09.025" v="65" actId="478"/>
          <ac:grpSpMkLst>
            <pc:docMk/>
            <pc:sldMk cId="0" sldId="268"/>
            <ac:grpSpMk id="5" creationId="{00000000-0000-0000-0000-000000000000}"/>
          </ac:grpSpMkLst>
        </pc:grpChg>
        <pc:grpChg chg="del">
          <ac:chgData name="Akshat Danve" userId="49d63816fddf20aa" providerId="LiveId" clId="{0DED7085-C729-45ED-A356-5D878D4DF8FE}" dt="2026-03-27T16:51:09.025" v="65" actId="478"/>
          <ac:grpSpMkLst>
            <pc:docMk/>
            <pc:sldMk cId="0" sldId="268"/>
            <ac:grpSpMk id="7" creationId="{00000000-0000-0000-0000-000000000000}"/>
          </ac:grpSpMkLst>
        </pc:grpChg>
        <pc:grpChg chg="del">
          <ac:chgData name="Akshat Danve" userId="49d63816fddf20aa" providerId="LiveId" clId="{0DED7085-C729-45ED-A356-5D878D4DF8FE}" dt="2026-03-27T16:51:09.025" v="65" actId="478"/>
          <ac:grpSpMkLst>
            <pc:docMk/>
            <pc:sldMk cId="0" sldId="268"/>
            <ac:grpSpMk id="10" creationId="{00000000-0000-0000-0000-000000000000}"/>
          </ac:grpSpMkLst>
        </pc:grpChg>
        <pc:grpChg chg="del">
          <ac:chgData name="Akshat Danve" userId="49d63816fddf20aa" providerId="LiveId" clId="{0DED7085-C729-45ED-A356-5D878D4DF8FE}" dt="2026-03-27T16:51:09.025" v="65" actId="478"/>
          <ac:grpSpMkLst>
            <pc:docMk/>
            <pc:sldMk cId="0" sldId="268"/>
            <ac:grpSpMk id="13" creationId="{00000000-0000-0000-0000-000000000000}"/>
          </ac:grpSpMkLst>
        </pc:grpChg>
        <pc:grpChg chg="add mod">
          <ac:chgData name="Akshat Danve" userId="49d63816fddf20aa" providerId="LiveId" clId="{0DED7085-C729-45ED-A356-5D878D4DF8FE}" dt="2026-03-27T16:51:09.772" v="66"/>
          <ac:grpSpMkLst>
            <pc:docMk/>
            <pc:sldMk cId="0" sldId="268"/>
            <ac:grpSpMk id="23" creationId="{11F114AC-7EFE-5651-DBF2-1822D495A622}"/>
          </ac:grpSpMkLst>
        </pc:grpChg>
        <pc:grpChg chg="add del mod">
          <ac:chgData name="Akshat Danve" userId="49d63816fddf20aa" providerId="LiveId" clId="{0DED7085-C729-45ED-A356-5D878D4DF8FE}" dt="2026-03-27T16:55:19.981" v="146" actId="478"/>
          <ac:grpSpMkLst>
            <pc:docMk/>
            <pc:sldMk cId="0" sldId="268"/>
            <ac:grpSpMk id="25" creationId="{62843E3D-7873-C2AB-E47F-2EF8A5C21297}"/>
          </ac:grpSpMkLst>
        </pc:grpChg>
        <pc:grpChg chg="add del mod">
          <ac:chgData name="Akshat Danve" userId="49d63816fddf20aa" providerId="LiveId" clId="{0DED7085-C729-45ED-A356-5D878D4DF8FE}" dt="2026-03-27T16:56:02.577" v="163" actId="478"/>
          <ac:grpSpMkLst>
            <pc:docMk/>
            <pc:sldMk cId="0" sldId="268"/>
            <ac:grpSpMk id="28" creationId="{EF2F1F30-82E5-F383-5C29-D6B8099DB31F}"/>
          </ac:grpSpMkLst>
        </pc:grpChg>
        <pc:grpChg chg="add mod">
          <ac:chgData name="Akshat Danve" userId="49d63816fddf20aa" providerId="LiveId" clId="{0DED7085-C729-45ED-A356-5D878D4DF8FE}" dt="2026-03-27T16:51:09.772" v="66"/>
          <ac:grpSpMkLst>
            <pc:docMk/>
            <pc:sldMk cId="0" sldId="268"/>
            <ac:grpSpMk id="31" creationId="{FD2CF928-1781-A06B-835C-C0B4D0F5852F}"/>
          </ac:grpSpMkLst>
        </pc:grpChg>
        <pc:grpChg chg="add mod">
          <ac:chgData name="Akshat Danve" userId="49d63816fddf20aa" providerId="LiveId" clId="{0DED7085-C729-45ED-A356-5D878D4DF8FE}" dt="2026-03-27T16:55:20.724" v="147"/>
          <ac:grpSpMkLst>
            <pc:docMk/>
            <pc:sldMk cId="0" sldId="268"/>
            <ac:grpSpMk id="33" creationId="{08FFBEBB-8682-7130-47E1-E00CBEB7B9EC}"/>
          </ac:grpSpMkLst>
        </pc:grpChg>
      </pc:sldChg>
      <pc:sldChg chg="addSp delSp modSp mod">
        <pc:chgData name="Akshat Danve" userId="49d63816fddf20aa" providerId="LiveId" clId="{0DED7085-C729-45ED-A356-5D878D4DF8FE}" dt="2026-03-27T18:51:12.635" v="785" actId="20577"/>
        <pc:sldMkLst>
          <pc:docMk/>
          <pc:sldMk cId="0" sldId="269"/>
        </pc:sldMkLst>
        <pc:spChg chg="mod">
          <ac:chgData name="Akshat Danve" userId="49d63816fddf20aa" providerId="LiveId" clId="{0DED7085-C729-45ED-A356-5D878D4DF8FE}" dt="2026-03-27T18:51:12.635" v="785" actId="20577"/>
          <ac:spMkLst>
            <pc:docMk/>
            <pc:sldMk cId="0" sldId="269"/>
            <ac:spMk id="18" creationId="{00000000-0000-0000-0000-000000000000}"/>
          </ac:spMkLst>
        </pc:spChg>
        <pc:spChg chg="mod">
          <ac:chgData name="Akshat Danve" userId="49d63816fddf20aa" providerId="LiveId" clId="{0DED7085-C729-45ED-A356-5D878D4DF8FE}" dt="2026-03-27T16:51:19.649" v="68"/>
          <ac:spMkLst>
            <pc:docMk/>
            <pc:sldMk cId="0" sldId="269"/>
            <ac:spMk id="24" creationId="{4EBBC8F5-276D-2245-4B17-1B1CBB73627D}"/>
          </ac:spMkLst>
        </pc:spChg>
        <pc:spChg chg="mod">
          <ac:chgData name="Akshat Danve" userId="49d63816fddf20aa" providerId="LiveId" clId="{0DED7085-C729-45ED-A356-5D878D4DF8FE}" dt="2026-03-27T16:51:19.649" v="68"/>
          <ac:spMkLst>
            <pc:docMk/>
            <pc:sldMk cId="0" sldId="269"/>
            <ac:spMk id="26" creationId="{5CCB6030-0491-285C-6598-451DAFC6B22C}"/>
          </ac:spMkLst>
        </pc:spChg>
        <pc:spChg chg="mod">
          <ac:chgData name="Akshat Danve" userId="49d63816fddf20aa" providerId="LiveId" clId="{0DED7085-C729-45ED-A356-5D878D4DF8FE}" dt="2026-03-27T16:51:19.649" v="68"/>
          <ac:spMkLst>
            <pc:docMk/>
            <pc:sldMk cId="0" sldId="269"/>
            <ac:spMk id="27" creationId="{AD894DF4-B555-90A6-6038-084ED54B8912}"/>
          </ac:spMkLst>
        </pc:spChg>
        <pc:spChg chg="mod">
          <ac:chgData name="Akshat Danve" userId="49d63816fddf20aa" providerId="LiveId" clId="{0DED7085-C729-45ED-A356-5D878D4DF8FE}" dt="2026-03-27T16:51:19.649" v="68"/>
          <ac:spMkLst>
            <pc:docMk/>
            <pc:sldMk cId="0" sldId="269"/>
            <ac:spMk id="29" creationId="{30B1ACF5-8288-958D-64A7-A40AE61D4772}"/>
          </ac:spMkLst>
        </pc:spChg>
        <pc:spChg chg="mod">
          <ac:chgData name="Akshat Danve" userId="49d63816fddf20aa" providerId="LiveId" clId="{0DED7085-C729-45ED-A356-5D878D4DF8FE}" dt="2026-03-27T16:55:37.447" v="155" actId="20577"/>
          <ac:spMkLst>
            <pc:docMk/>
            <pc:sldMk cId="0" sldId="269"/>
            <ac:spMk id="30" creationId="{44898D99-0F87-D514-CC85-5AE00062F0BC}"/>
          </ac:spMkLst>
        </pc:spChg>
        <pc:spChg chg="mod">
          <ac:chgData name="Akshat Danve" userId="49d63816fddf20aa" providerId="LiveId" clId="{0DED7085-C729-45ED-A356-5D878D4DF8FE}" dt="2026-03-27T16:51:19.649" v="68"/>
          <ac:spMkLst>
            <pc:docMk/>
            <pc:sldMk cId="0" sldId="269"/>
            <ac:spMk id="32" creationId="{95218FFA-9527-FD9B-85AB-886B5F867016}"/>
          </ac:spMkLst>
        </pc:spChg>
        <pc:spChg chg="mod">
          <ac:chgData name="Akshat Danve" userId="49d63816fddf20aa" providerId="LiveId" clId="{0DED7085-C729-45ED-A356-5D878D4DF8FE}" dt="2026-03-27T16:55:31.908" v="152"/>
          <ac:spMkLst>
            <pc:docMk/>
            <pc:sldMk cId="0" sldId="269"/>
            <ac:spMk id="34" creationId="{02381FA7-C6CF-0679-073F-A0039B76C3F9}"/>
          </ac:spMkLst>
        </pc:spChg>
        <pc:spChg chg="mod">
          <ac:chgData name="Akshat Danve" userId="49d63816fddf20aa" providerId="LiveId" clId="{0DED7085-C729-45ED-A356-5D878D4DF8FE}" dt="2026-03-27T16:55:31.908" v="152"/>
          <ac:spMkLst>
            <pc:docMk/>
            <pc:sldMk cId="0" sldId="269"/>
            <ac:spMk id="35" creationId="{E8848BE6-F5F6-3847-0BC2-D842C5551204}"/>
          </ac:spMkLst>
        </pc:spChg>
        <pc:grpChg chg="del">
          <ac:chgData name="Akshat Danve" userId="49d63816fddf20aa" providerId="LiveId" clId="{0DED7085-C729-45ED-A356-5D878D4DF8FE}" dt="2026-03-27T16:51:18.628" v="67" actId="478"/>
          <ac:grpSpMkLst>
            <pc:docMk/>
            <pc:sldMk cId="0" sldId="269"/>
            <ac:grpSpMk id="5" creationId="{00000000-0000-0000-0000-000000000000}"/>
          </ac:grpSpMkLst>
        </pc:grpChg>
        <pc:grpChg chg="del">
          <ac:chgData name="Akshat Danve" userId="49d63816fddf20aa" providerId="LiveId" clId="{0DED7085-C729-45ED-A356-5D878D4DF8FE}" dt="2026-03-27T16:51:18.628" v="67" actId="478"/>
          <ac:grpSpMkLst>
            <pc:docMk/>
            <pc:sldMk cId="0" sldId="269"/>
            <ac:grpSpMk id="7" creationId="{00000000-0000-0000-0000-000000000000}"/>
          </ac:grpSpMkLst>
        </pc:grpChg>
        <pc:grpChg chg="del">
          <ac:chgData name="Akshat Danve" userId="49d63816fddf20aa" providerId="LiveId" clId="{0DED7085-C729-45ED-A356-5D878D4DF8FE}" dt="2026-03-27T16:51:18.628" v="67" actId="478"/>
          <ac:grpSpMkLst>
            <pc:docMk/>
            <pc:sldMk cId="0" sldId="269"/>
            <ac:grpSpMk id="10" creationId="{00000000-0000-0000-0000-000000000000}"/>
          </ac:grpSpMkLst>
        </pc:grpChg>
        <pc:grpChg chg="del">
          <ac:chgData name="Akshat Danve" userId="49d63816fddf20aa" providerId="LiveId" clId="{0DED7085-C729-45ED-A356-5D878D4DF8FE}" dt="2026-03-27T16:51:18.628" v="67" actId="478"/>
          <ac:grpSpMkLst>
            <pc:docMk/>
            <pc:sldMk cId="0" sldId="269"/>
            <ac:grpSpMk id="13" creationId="{00000000-0000-0000-0000-000000000000}"/>
          </ac:grpSpMkLst>
        </pc:grpChg>
        <pc:grpChg chg="add mod">
          <ac:chgData name="Akshat Danve" userId="49d63816fddf20aa" providerId="LiveId" clId="{0DED7085-C729-45ED-A356-5D878D4DF8FE}" dt="2026-03-27T16:51:19.649" v="68"/>
          <ac:grpSpMkLst>
            <pc:docMk/>
            <pc:sldMk cId="0" sldId="269"/>
            <ac:grpSpMk id="23" creationId="{88E44BEC-E455-92B8-AF5F-B36DA798726E}"/>
          </ac:grpSpMkLst>
        </pc:grpChg>
        <pc:grpChg chg="add del mod">
          <ac:chgData name="Akshat Danve" userId="49d63816fddf20aa" providerId="LiveId" clId="{0DED7085-C729-45ED-A356-5D878D4DF8FE}" dt="2026-03-27T16:55:31.507" v="151" actId="478"/>
          <ac:grpSpMkLst>
            <pc:docMk/>
            <pc:sldMk cId="0" sldId="269"/>
            <ac:grpSpMk id="25" creationId="{3BCEABDA-FD56-E585-7239-3D469F9F9D57}"/>
          </ac:grpSpMkLst>
        </pc:grpChg>
        <pc:grpChg chg="add del mod">
          <ac:chgData name="Akshat Danve" userId="49d63816fddf20aa" providerId="LiveId" clId="{0DED7085-C729-45ED-A356-5D878D4DF8FE}" dt="2026-03-27T16:56:01.354" v="162" actId="478"/>
          <ac:grpSpMkLst>
            <pc:docMk/>
            <pc:sldMk cId="0" sldId="269"/>
            <ac:grpSpMk id="28" creationId="{8B3CCE5D-1098-C21E-B0B6-54EA63B6DA02}"/>
          </ac:grpSpMkLst>
        </pc:grpChg>
        <pc:grpChg chg="add mod">
          <ac:chgData name="Akshat Danve" userId="49d63816fddf20aa" providerId="LiveId" clId="{0DED7085-C729-45ED-A356-5D878D4DF8FE}" dt="2026-03-27T16:51:19.649" v="68"/>
          <ac:grpSpMkLst>
            <pc:docMk/>
            <pc:sldMk cId="0" sldId="269"/>
            <ac:grpSpMk id="31" creationId="{F06C6109-F610-AB80-5575-72E1B78F6749}"/>
          </ac:grpSpMkLst>
        </pc:grpChg>
        <pc:grpChg chg="add mod">
          <ac:chgData name="Akshat Danve" userId="49d63816fddf20aa" providerId="LiveId" clId="{0DED7085-C729-45ED-A356-5D878D4DF8FE}" dt="2026-03-27T16:55:31.908" v="152"/>
          <ac:grpSpMkLst>
            <pc:docMk/>
            <pc:sldMk cId="0" sldId="269"/>
            <ac:grpSpMk id="33" creationId="{E4BB2114-5009-0B06-AA09-1516BF40AE4C}"/>
          </ac:grpSpMkLst>
        </pc:grpChg>
      </pc:sldChg>
      <pc:sldChg chg="addSp delSp modSp mod">
        <pc:chgData name="Akshat Danve" userId="49d63816fddf20aa" providerId="LiveId" clId="{0DED7085-C729-45ED-A356-5D878D4DF8FE}" dt="2026-03-27T16:55:59.338" v="161" actId="478"/>
        <pc:sldMkLst>
          <pc:docMk/>
          <pc:sldMk cId="0" sldId="270"/>
        </pc:sldMkLst>
        <pc:spChg chg="mod">
          <ac:chgData name="Akshat Danve" userId="49d63816fddf20aa" providerId="LiveId" clId="{0DED7085-C729-45ED-A356-5D878D4DF8FE}" dt="2026-03-27T16:51:28.683" v="70"/>
          <ac:spMkLst>
            <pc:docMk/>
            <pc:sldMk cId="0" sldId="270"/>
            <ac:spMk id="17" creationId="{A3A08555-3A7F-AA7A-5377-D255BBAEE926}"/>
          </ac:spMkLst>
        </pc:spChg>
        <pc:spChg chg="mod">
          <ac:chgData name="Akshat Danve" userId="49d63816fddf20aa" providerId="LiveId" clId="{0DED7085-C729-45ED-A356-5D878D4DF8FE}" dt="2026-03-27T16:51:28.683" v="70"/>
          <ac:spMkLst>
            <pc:docMk/>
            <pc:sldMk cId="0" sldId="270"/>
            <ac:spMk id="19" creationId="{0D799214-7EE2-E08E-74F0-C82753FC9A57}"/>
          </ac:spMkLst>
        </pc:spChg>
        <pc:spChg chg="mod">
          <ac:chgData name="Akshat Danve" userId="49d63816fddf20aa" providerId="LiveId" clId="{0DED7085-C729-45ED-A356-5D878D4DF8FE}" dt="2026-03-27T16:51:28.683" v="70"/>
          <ac:spMkLst>
            <pc:docMk/>
            <pc:sldMk cId="0" sldId="270"/>
            <ac:spMk id="20" creationId="{7E32A3FA-F94D-C8AD-1ADD-EEE70270FF7C}"/>
          </ac:spMkLst>
        </pc:spChg>
        <pc:spChg chg="mod">
          <ac:chgData name="Akshat Danve" userId="49d63816fddf20aa" providerId="LiveId" clId="{0DED7085-C729-45ED-A356-5D878D4DF8FE}" dt="2026-03-27T16:51:28.683" v="70"/>
          <ac:spMkLst>
            <pc:docMk/>
            <pc:sldMk cId="0" sldId="270"/>
            <ac:spMk id="22" creationId="{87049B17-7155-4C3D-82D7-E326C204B084}"/>
          </ac:spMkLst>
        </pc:spChg>
        <pc:spChg chg="mod">
          <ac:chgData name="Akshat Danve" userId="49d63816fddf20aa" providerId="LiveId" clId="{0DED7085-C729-45ED-A356-5D878D4DF8FE}" dt="2026-03-27T16:55:45.195" v="158" actId="20577"/>
          <ac:spMkLst>
            <pc:docMk/>
            <pc:sldMk cId="0" sldId="270"/>
            <ac:spMk id="23" creationId="{D104D8D5-5430-AD14-FF23-ED25BEEC9BD8}"/>
          </ac:spMkLst>
        </pc:spChg>
        <pc:spChg chg="mod">
          <ac:chgData name="Akshat Danve" userId="49d63816fddf20aa" providerId="LiveId" clId="{0DED7085-C729-45ED-A356-5D878D4DF8FE}" dt="2026-03-27T16:51:28.683" v="70"/>
          <ac:spMkLst>
            <pc:docMk/>
            <pc:sldMk cId="0" sldId="270"/>
            <ac:spMk id="25" creationId="{7EF7307E-1F51-B026-4DCD-8986222F6584}"/>
          </ac:spMkLst>
        </pc:spChg>
        <pc:spChg chg="mod">
          <ac:chgData name="Akshat Danve" userId="49d63816fddf20aa" providerId="LiveId" clId="{0DED7085-C729-45ED-A356-5D878D4DF8FE}" dt="2026-03-27T16:55:48.213" v="160"/>
          <ac:spMkLst>
            <pc:docMk/>
            <pc:sldMk cId="0" sldId="270"/>
            <ac:spMk id="27" creationId="{30794E4D-18CC-7DD3-3453-B2F8D4BE4297}"/>
          </ac:spMkLst>
        </pc:spChg>
        <pc:spChg chg="mod">
          <ac:chgData name="Akshat Danve" userId="49d63816fddf20aa" providerId="LiveId" clId="{0DED7085-C729-45ED-A356-5D878D4DF8FE}" dt="2026-03-27T16:55:48.213" v="160"/>
          <ac:spMkLst>
            <pc:docMk/>
            <pc:sldMk cId="0" sldId="270"/>
            <ac:spMk id="28" creationId="{2788AA34-B48F-B190-E683-A0AE5E85A5F5}"/>
          </ac:spMkLst>
        </pc:spChg>
        <pc:grpChg chg="del">
          <ac:chgData name="Akshat Danve" userId="49d63816fddf20aa" providerId="LiveId" clId="{0DED7085-C729-45ED-A356-5D878D4DF8FE}" dt="2026-03-27T16:51:27.814" v="69" actId="478"/>
          <ac:grpSpMkLst>
            <pc:docMk/>
            <pc:sldMk cId="0" sldId="270"/>
            <ac:grpSpMk id="5" creationId="{00000000-0000-0000-0000-000000000000}"/>
          </ac:grpSpMkLst>
        </pc:grpChg>
        <pc:grpChg chg="del">
          <ac:chgData name="Akshat Danve" userId="49d63816fddf20aa" providerId="LiveId" clId="{0DED7085-C729-45ED-A356-5D878D4DF8FE}" dt="2026-03-27T16:51:27.814" v="69" actId="478"/>
          <ac:grpSpMkLst>
            <pc:docMk/>
            <pc:sldMk cId="0" sldId="270"/>
            <ac:grpSpMk id="7" creationId="{00000000-0000-0000-0000-000000000000}"/>
          </ac:grpSpMkLst>
        </pc:grpChg>
        <pc:grpChg chg="del">
          <ac:chgData name="Akshat Danve" userId="49d63816fddf20aa" providerId="LiveId" clId="{0DED7085-C729-45ED-A356-5D878D4DF8FE}" dt="2026-03-27T16:51:27.814" v="69" actId="478"/>
          <ac:grpSpMkLst>
            <pc:docMk/>
            <pc:sldMk cId="0" sldId="270"/>
            <ac:grpSpMk id="10" creationId="{00000000-0000-0000-0000-000000000000}"/>
          </ac:grpSpMkLst>
        </pc:grpChg>
        <pc:grpChg chg="del">
          <ac:chgData name="Akshat Danve" userId="49d63816fddf20aa" providerId="LiveId" clId="{0DED7085-C729-45ED-A356-5D878D4DF8FE}" dt="2026-03-27T16:51:27.814" v="69" actId="478"/>
          <ac:grpSpMkLst>
            <pc:docMk/>
            <pc:sldMk cId="0" sldId="270"/>
            <ac:grpSpMk id="13" creationId="{00000000-0000-0000-0000-000000000000}"/>
          </ac:grpSpMkLst>
        </pc:grpChg>
        <pc:grpChg chg="add mod">
          <ac:chgData name="Akshat Danve" userId="49d63816fddf20aa" providerId="LiveId" clId="{0DED7085-C729-45ED-A356-5D878D4DF8FE}" dt="2026-03-27T16:51:28.683" v="70"/>
          <ac:grpSpMkLst>
            <pc:docMk/>
            <pc:sldMk cId="0" sldId="270"/>
            <ac:grpSpMk id="16" creationId="{38C8D2B4-DC13-44AC-F531-CC95EE034EEE}"/>
          </ac:grpSpMkLst>
        </pc:grpChg>
        <pc:grpChg chg="add del mod">
          <ac:chgData name="Akshat Danve" userId="49d63816fddf20aa" providerId="LiveId" clId="{0DED7085-C729-45ED-A356-5D878D4DF8FE}" dt="2026-03-27T16:55:47.814" v="159" actId="478"/>
          <ac:grpSpMkLst>
            <pc:docMk/>
            <pc:sldMk cId="0" sldId="270"/>
            <ac:grpSpMk id="18" creationId="{779B22A4-BEDC-77A0-0B7D-9233795A3376}"/>
          </ac:grpSpMkLst>
        </pc:grpChg>
        <pc:grpChg chg="add del mod">
          <ac:chgData name="Akshat Danve" userId="49d63816fddf20aa" providerId="LiveId" clId="{0DED7085-C729-45ED-A356-5D878D4DF8FE}" dt="2026-03-27T16:55:59.338" v="161" actId="478"/>
          <ac:grpSpMkLst>
            <pc:docMk/>
            <pc:sldMk cId="0" sldId="270"/>
            <ac:grpSpMk id="21" creationId="{E640550C-731E-5D83-92B7-4C7B44DD7313}"/>
          </ac:grpSpMkLst>
        </pc:grpChg>
        <pc:grpChg chg="add mod">
          <ac:chgData name="Akshat Danve" userId="49d63816fddf20aa" providerId="LiveId" clId="{0DED7085-C729-45ED-A356-5D878D4DF8FE}" dt="2026-03-27T16:51:28.683" v="70"/>
          <ac:grpSpMkLst>
            <pc:docMk/>
            <pc:sldMk cId="0" sldId="270"/>
            <ac:grpSpMk id="24" creationId="{FCCBF54D-E357-11D4-B5B8-FD6DBF0BD71D}"/>
          </ac:grpSpMkLst>
        </pc:grpChg>
        <pc:grpChg chg="add mod">
          <ac:chgData name="Akshat Danve" userId="49d63816fddf20aa" providerId="LiveId" clId="{0DED7085-C729-45ED-A356-5D878D4DF8FE}" dt="2026-03-27T16:55:48.213" v="160"/>
          <ac:grpSpMkLst>
            <pc:docMk/>
            <pc:sldMk cId="0" sldId="270"/>
            <ac:grpSpMk id="26" creationId="{336A9094-EE03-8729-72A8-659D96BAD8A6}"/>
          </ac:grpSpMkLst>
        </pc:grpChg>
      </pc:sldChg>
      <pc:sldChg chg="addSp delSp modSp mod ord">
        <pc:chgData name="Akshat Danve" userId="49d63816fddf20aa" providerId="LiveId" clId="{0DED7085-C729-45ED-A356-5D878D4DF8FE}" dt="2026-03-27T18:52:25.772" v="788"/>
        <pc:sldMkLst>
          <pc:docMk/>
          <pc:sldMk cId="3057877955" sldId="271"/>
        </pc:sldMkLst>
        <pc:spChg chg="mod">
          <ac:chgData name="Akshat Danve" userId="49d63816fddf20aa" providerId="LiveId" clId="{0DED7085-C729-45ED-A356-5D878D4DF8FE}" dt="2026-03-27T16:50:49.231" v="62"/>
          <ac:spMkLst>
            <pc:docMk/>
            <pc:sldMk cId="3057877955" sldId="271"/>
            <ac:spMk id="16" creationId="{9F1BC535-3C70-F3C2-67A4-69153770AFFB}"/>
          </ac:spMkLst>
        </pc:spChg>
        <pc:spChg chg="mod">
          <ac:chgData name="Akshat Danve" userId="49d63816fddf20aa" providerId="LiveId" clId="{0DED7085-C729-45ED-A356-5D878D4DF8FE}" dt="2026-03-27T16:50:49.231" v="62"/>
          <ac:spMkLst>
            <pc:docMk/>
            <pc:sldMk cId="3057877955" sldId="271"/>
            <ac:spMk id="18" creationId="{000421CC-7980-AD91-C8E0-A1D0E932CB2E}"/>
          </ac:spMkLst>
        </pc:spChg>
        <pc:spChg chg="mod">
          <ac:chgData name="Akshat Danve" userId="49d63816fddf20aa" providerId="LiveId" clId="{0DED7085-C729-45ED-A356-5D878D4DF8FE}" dt="2026-03-27T16:50:49.231" v="62"/>
          <ac:spMkLst>
            <pc:docMk/>
            <pc:sldMk cId="3057877955" sldId="271"/>
            <ac:spMk id="19" creationId="{5D7EE953-823C-2332-BBDE-8067C2E0E0BC}"/>
          </ac:spMkLst>
        </pc:spChg>
        <pc:spChg chg="mod">
          <ac:chgData name="Akshat Danve" userId="49d63816fddf20aa" providerId="LiveId" clId="{0DED7085-C729-45ED-A356-5D878D4DF8FE}" dt="2026-03-27T16:50:49.231" v="62"/>
          <ac:spMkLst>
            <pc:docMk/>
            <pc:sldMk cId="3057877955" sldId="271"/>
            <ac:spMk id="21" creationId="{B7A8FBAD-AFD1-74DC-8F37-EC0EF675C6FE}"/>
          </ac:spMkLst>
        </pc:spChg>
        <pc:spChg chg="mod">
          <ac:chgData name="Akshat Danve" userId="49d63816fddf20aa" providerId="LiveId" clId="{0DED7085-C729-45ED-A356-5D878D4DF8FE}" dt="2026-03-27T16:54:57.626" v="140" actId="20577"/>
          <ac:spMkLst>
            <pc:docMk/>
            <pc:sldMk cId="3057877955" sldId="271"/>
            <ac:spMk id="22" creationId="{0BECC25F-9789-477B-DC8A-B7A3F6353DF5}"/>
          </ac:spMkLst>
        </pc:spChg>
        <pc:spChg chg="mod">
          <ac:chgData name="Akshat Danve" userId="49d63816fddf20aa" providerId="LiveId" clId="{0DED7085-C729-45ED-A356-5D878D4DF8FE}" dt="2026-03-27T16:50:49.231" v="62"/>
          <ac:spMkLst>
            <pc:docMk/>
            <pc:sldMk cId="3057877955" sldId="271"/>
            <ac:spMk id="24" creationId="{C107E3E9-AB40-C437-B325-D871A8627FBE}"/>
          </ac:spMkLst>
        </pc:spChg>
        <pc:spChg chg="mod">
          <ac:chgData name="Akshat Danve" userId="49d63816fddf20aa" providerId="LiveId" clId="{0DED7085-C729-45ED-A356-5D878D4DF8FE}" dt="2026-03-27T16:54:54.133" v="137"/>
          <ac:spMkLst>
            <pc:docMk/>
            <pc:sldMk cId="3057877955" sldId="271"/>
            <ac:spMk id="26" creationId="{9336EF2B-E845-E558-25C1-8EBED381DA0D}"/>
          </ac:spMkLst>
        </pc:spChg>
        <pc:spChg chg="mod">
          <ac:chgData name="Akshat Danve" userId="49d63816fddf20aa" providerId="LiveId" clId="{0DED7085-C729-45ED-A356-5D878D4DF8FE}" dt="2026-03-27T16:54:54.133" v="137"/>
          <ac:spMkLst>
            <pc:docMk/>
            <pc:sldMk cId="3057877955" sldId="271"/>
            <ac:spMk id="27" creationId="{13AD8404-793E-839E-B448-4555007F8672}"/>
          </ac:spMkLst>
        </pc:spChg>
        <pc:spChg chg="add mod">
          <ac:chgData name="Akshat Danve" userId="49d63816fddf20aa" providerId="LiveId" clId="{0DED7085-C729-45ED-A356-5D878D4DF8FE}" dt="2026-03-27T18:50:20.172" v="772" actId="1076"/>
          <ac:spMkLst>
            <pc:docMk/>
            <pc:sldMk cId="3057877955" sldId="271"/>
            <ac:spMk id="30" creationId="{CBE06B9C-A1E1-8812-8ED1-6ACB7F4432F0}"/>
          </ac:spMkLst>
        </pc:spChg>
        <pc:spChg chg="mod">
          <ac:chgData name="Akshat Danve" userId="49d63816fddf20aa" providerId="LiveId" clId="{0DED7085-C729-45ED-A356-5D878D4DF8FE}" dt="2026-03-27T18:49:28.038" v="764" actId="255"/>
          <ac:spMkLst>
            <pc:docMk/>
            <pc:sldMk cId="3057877955" sldId="271"/>
            <ac:spMk id="59" creationId="{ACE111FC-BAB5-D49C-894D-A58B1864BB3C}"/>
          </ac:spMkLst>
        </pc:spChg>
        <pc:grpChg chg="mod">
          <ac:chgData name="Akshat Danve" userId="49d63816fddf20aa" providerId="LiveId" clId="{0DED7085-C729-45ED-A356-5D878D4DF8FE}" dt="2026-03-27T18:49:19.408" v="762" actId="1076"/>
          <ac:grpSpMkLst>
            <pc:docMk/>
            <pc:sldMk cId="3057877955" sldId="271"/>
            <ac:grpSpMk id="2" creationId="{F5BEBB3A-46B3-F4C0-ED94-FFA7D4B60BFD}"/>
          </ac:grpSpMkLst>
        </pc:grpChg>
        <pc:grpChg chg="del">
          <ac:chgData name="Akshat Danve" userId="49d63816fddf20aa" providerId="LiveId" clId="{0DED7085-C729-45ED-A356-5D878D4DF8FE}" dt="2026-03-27T16:50:48.644" v="61" actId="478"/>
          <ac:grpSpMkLst>
            <pc:docMk/>
            <pc:sldMk cId="3057877955" sldId="271"/>
            <ac:grpSpMk id="5" creationId="{49A8B918-A211-12A4-B906-5B5B1BB75449}"/>
          </ac:grpSpMkLst>
        </pc:grpChg>
        <pc:grpChg chg="del">
          <ac:chgData name="Akshat Danve" userId="49d63816fddf20aa" providerId="LiveId" clId="{0DED7085-C729-45ED-A356-5D878D4DF8FE}" dt="2026-03-27T16:50:48.644" v="61" actId="478"/>
          <ac:grpSpMkLst>
            <pc:docMk/>
            <pc:sldMk cId="3057877955" sldId="271"/>
            <ac:grpSpMk id="7" creationId="{D94FE944-FF8B-883C-C8B5-E95C868F684E}"/>
          </ac:grpSpMkLst>
        </pc:grpChg>
        <pc:grpChg chg="del">
          <ac:chgData name="Akshat Danve" userId="49d63816fddf20aa" providerId="LiveId" clId="{0DED7085-C729-45ED-A356-5D878D4DF8FE}" dt="2026-03-27T16:50:48.644" v="61" actId="478"/>
          <ac:grpSpMkLst>
            <pc:docMk/>
            <pc:sldMk cId="3057877955" sldId="271"/>
            <ac:grpSpMk id="10" creationId="{40781A98-C15A-52E2-B142-2C415F13543C}"/>
          </ac:grpSpMkLst>
        </pc:grpChg>
        <pc:grpChg chg="del">
          <ac:chgData name="Akshat Danve" userId="49d63816fddf20aa" providerId="LiveId" clId="{0DED7085-C729-45ED-A356-5D878D4DF8FE}" dt="2026-03-27T16:50:48.644" v="61" actId="478"/>
          <ac:grpSpMkLst>
            <pc:docMk/>
            <pc:sldMk cId="3057877955" sldId="271"/>
            <ac:grpSpMk id="13" creationId="{85C7DCBA-0E8D-BB48-626C-E5A294CF2BE9}"/>
          </ac:grpSpMkLst>
        </pc:grpChg>
        <pc:grpChg chg="add mod">
          <ac:chgData name="Akshat Danve" userId="49d63816fddf20aa" providerId="LiveId" clId="{0DED7085-C729-45ED-A356-5D878D4DF8FE}" dt="2026-03-27T16:50:49.231" v="62"/>
          <ac:grpSpMkLst>
            <pc:docMk/>
            <pc:sldMk cId="3057877955" sldId="271"/>
            <ac:grpSpMk id="15" creationId="{29B48600-4219-37F7-CDCD-526C6DEE67D7}"/>
          </ac:grpSpMkLst>
        </pc:grpChg>
        <pc:grpChg chg="add del mod">
          <ac:chgData name="Akshat Danve" userId="49d63816fddf20aa" providerId="LiveId" clId="{0DED7085-C729-45ED-A356-5D878D4DF8FE}" dt="2026-03-27T16:54:52.363" v="136" actId="478"/>
          <ac:grpSpMkLst>
            <pc:docMk/>
            <pc:sldMk cId="3057877955" sldId="271"/>
            <ac:grpSpMk id="17" creationId="{7A3C57C0-2ED6-17CF-F9B1-3523296B19E1}"/>
          </ac:grpSpMkLst>
        </pc:grpChg>
        <pc:grpChg chg="add del mod">
          <ac:chgData name="Akshat Danve" userId="49d63816fddf20aa" providerId="LiveId" clId="{0DED7085-C729-45ED-A356-5D878D4DF8FE}" dt="2026-03-27T16:56:05.855" v="165" actId="478"/>
          <ac:grpSpMkLst>
            <pc:docMk/>
            <pc:sldMk cId="3057877955" sldId="271"/>
            <ac:grpSpMk id="20" creationId="{04851739-3BB2-B9F6-B906-ADB4E7C5C78E}"/>
          </ac:grpSpMkLst>
        </pc:grpChg>
        <pc:grpChg chg="add mod">
          <ac:chgData name="Akshat Danve" userId="49d63816fddf20aa" providerId="LiveId" clId="{0DED7085-C729-45ED-A356-5D878D4DF8FE}" dt="2026-03-27T16:50:49.231" v="62"/>
          <ac:grpSpMkLst>
            <pc:docMk/>
            <pc:sldMk cId="3057877955" sldId="271"/>
            <ac:grpSpMk id="23" creationId="{A7EBAB4C-37C9-F1A8-E06B-FDD9D578F0A7}"/>
          </ac:grpSpMkLst>
        </pc:grpChg>
        <pc:grpChg chg="add mod">
          <ac:chgData name="Akshat Danve" userId="49d63816fddf20aa" providerId="LiveId" clId="{0DED7085-C729-45ED-A356-5D878D4DF8FE}" dt="2026-03-27T16:54:54.133" v="137"/>
          <ac:grpSpMkLst>
            <pc:docMk/>
            <pc:sldMk cId="3057877955" sldId="271"/>
            <ac:grpSpMk id="25" creationId="{4959BBBE-072E-49B4-9F56-92CC7AD25A7E}"/>
          </ac:grpSpMkLst>
        </pc:grpChg>
        <pc:graphicFrameChg chg="mod modGraphic">
          <ac:chgData name="Akshat Danve" userId="49d63816fddf20aa" providerId="LiveId" clId="{0DED7085-C729-45ED-A356-5D878D4DF8FE}" dt="2026-03-27T18:49:09.072" v="760" actId="1076"/>
          <ac:graphicFrameMkLst>
            <pc:docMk/>
            <pc:sldMk cId="3057877955" sldId="271"/>
            <ac:graphicFrameMk id="56" creationId="{1A58B22B-7B10-70D0-9F66-1A4B0945D800}"/>
          </ac:graphicFrameMkLst>
        </pc:graphicFrameChg>
      </pc:sldChg>
      <pc:sldChg chg="addSp delSp modSp add mod">
        <pc:chgData name="Akshat Danve" userId="49d63816fddf20aa" providerId="LiveId" clId="{0DED7085-C729-45ED-A356-5D878D4DF8FE}" dt="2026-03-27T17:54:13.703" v="494" actId="1076"/>
        <pc:sldMkLst>
          <pc:docMk/>
          <pc:sldMk cId="1285750051" sldId="272"/>
        </pc:sldMkLst>
        <pc:spChg chg="mod topLvl">
          <ac:chgData name="Akshat Danve" userId="49d63816fddf20aa" providerId="LiveId" clId="{0DED7085-C729-45ED-A356-5D878D4DF8FE}" dt="2026-03-27T17:10:46.528" v="191" actId="478"/>
          <ac:spMkLst>
            <pc:docMk/>
            <pc:sldMk cId="1285750051" sldId="272"/>
            <ac:spMk id="3" creationId="{DEE89EC0-2A44-88E5-4F97-1B388F5484F5}"/>
          </ac:spMkLst>
        </pc:spChg>
        <pc:spChg chg="add del mod topLvl">
          <ac:chgData name="Akshat Danve" userId="49d63816fddf20aa" providerId="LiveId" clId="{0DED7085-C729-45ED-A356-5D878D4DF8FE}" dt="2026-03-27T17:43:51.050" v="430"/>
          <ac:spMkLst>
            <pc:docMk/>
            <pc:sldMk cId="1285750051" sldId="272"/>
            <ac:spMk id="4" creationId="{98C8C6A9-A53B-6A20-481A-42C938F9BD05}"/>
          </ac:spMkLst>
        </pc:spChg>
        <pc:spChg chg="del">
          <ac:chgData name="Akshat Danve" userId="49d63816fddf20aa" providerId="LiveId" clId="{0DED7085-C729-45ED-A356-5D878D4DF8FE}" dt="2026-03-27T17:10:48.343" v="192" actId="478"/>
          <ac:spMkLst>
            <pc:docMk/>
            <pc:sldMk cId="1285750051" sldId="272"/>
            <ac:spMk id="15" creationId="{45D6C4BF-5542-9BCF-298E-FC1CBEAB65DF}"/>
          </ac:spMkLst>
        </pc:spChg>
        <pc:spChg chg="add mod">
          <ac:chgData name="Akshat Danve" userId="49d63816fddf20aa" providerId="LiveId" clId="{0DED7085-C729-45ED-A356-5D878D4DF8FE}" dt="2026-03-27T17:53:51.538" v="491" actId="1076"/>
          <ac:spMkLst>
            <pc:docMk/>
            <pc:sldMk cId="1285750051" sldId="272"/>
            <ac:spMk id="23" creationId="{C27B4439-0266-5B71-1F5C-2F2F57397298}"/>
          </ac:spMkLst>
        </pc:spChg>
        <pc:spChg chg="add mod">
          <ac:chgData name="Akshat Danve" userId="49d63816fddf20aa" providerId="LiveId" clId="{0DED7085-C729-45ED-A356-5D878D4DF8FE}" dt="2026-03-27T17:53:58.732" v="492" actId="1076"/>
          <ac:spMkLst>
            <pc:docMk/>
            <pc:sldMk cId="1285750051" sldId="272"/>
            <ac:spMk id="24" creationId="{AFA23AE6-1982-AD80-F98F-921ED8FA1C1A}"/>
          </ac:spMkLst>
        </pc:spChg>
        <pc:grpChg chg="add del">
          <ac:chgData name="Akshat Danve" userId="49d63816fddf20aa" providerId="LiveId" clId="{0DED7085-C729-45ED-A356-5D878D4DF8FE}" dt="2026-03-27T17:10:46.528" v="191" actId="478"/>
          <ac:grpSpMkLst>
            <pc:docMk/>
            <pc:sldMk cId="1285750051" sldId="272"/>
            <ac:grpSpMk id="2" creationId="{6327A19D-4F16-1120-4459-02C56283BC40}"/>
          </ac:grpSpMkLst>
        </pc:grpChg>
        <pc:picChg chg="add mod">
          <ac:chgData name="Akshat Danve" userId="49d63816fddf20aa" providerId="LiveId" clId="{0DED7085-C729-45ED-A356-5D878D4DF8FE}" dt="2026-03-27T17:53:51.538" v="491" actId="1076"/>
          <ac:picMkLst>
            <pc:docMk/>
            <pc:sldMk cId="1285750051" sldId="272"/>
            <ac:picMk id="9" creationId="{2802DD0C-E77C-580E-EBB2-B035AD253C0F}"/>
          </ac:picMkLst>
        </pc:picChg>
        <pc:picChg chg="add mod">
          <ac:chgData name="Akshat Danve" userId="49d63816fddf20aa" providerId="LiveId" clId="{0DED7085-C729-45ED-A356-5D878D4DF8FE}" dt="2026-03-27T17:54:13.703" v="494" actId="1076"/>
          <ac:picMkLst>
            <pc:docMk/>
            <pc:sldMk cId="1285750051" sldId="272"/>
            <ac:picMk id="11" creationId="{48778EB6-21BC-9B41-A0EE-5FA1B5979B55}"/>
          </ac:picMkLst>
        </pc:picChg>
        <pc:picChg chg="add del mod">
          <ac:chgData name="Akshat Danve" userId="49d63816fddf20aa" providerId="LiveId" clId="{0DED7085-C729-45ED-A356-5D878D4DF8FE}" dt="2026-03-27T17:46:23.627" v="437" actId="478"/>
          <ac:picMkLst>
            <pc:docMk/>
            <pc:sldMk cId="1285750051" sldId="272"/>
            <ac:picMk id="20" creationId="{DF68E477-E312-4E22-1FDD-E167A6DD1013}"/>
          </ac:picMkLst>
        </pc:picChg>
        <pc:picChg chg="add mod">
          <ac:chgData name="Akshat Danve" userId="49d63816fddf20aa" providerId="LiveId" clId="{0DED7085-C729-45ED-A356-5D878D4DF8FE}" dt="2026-03-27T17:53:58.732" v="492" actId="1076"/>
          <ac:picMkLst>
            <pc:docMk/>
            <pc:sldMk cId="1285750051" sldId="272"/>
            <ac:picMk id="22" creationId="{C730C9F4-689F-F6EF-3316-0AF8F8D26830}"/>
          </ac:picMkLst>
        </pc:picChg>
        <pc:picChg chg="add mod">
          <ac:chgData name="Akshat Danve" userId="49d63816fddf20aa" providerId="LiveId" clId="{0DED7085-C729-45ED-A356-5D878D4DF8FE}" dt="2026-03-27T17:54:08.192" v="493" actId="1076"/>
          <ac:picMkLst>
            <pc:docMk/>
            <pc:sldMk cId="1285750051" sldId="272"/>
            <ac:picMk id="26" creationId="{FBF80C96-23FD-9F02-CA74-3B9678F84EE4}"/>
          </ac:picMkLst>
        </pc:picChg>
        <pc:picChg chg="add del mod">
          <ac:chgData name="Akshat Danve" userId="49d63816fddf20aa" providerId="LiveId" clId="{0DED7085-C729-45ED-A356-5D878D4DF8FE}" dt="2026-03-27T17:53:20.785" v="487" actId="478"/>
          <ac:picMkLst>
            <pc:docMk/>
            <pc:sldMk cId="1285750051" sldId="272"/>
            <ac:picMk id="28" creationId="{90FCDAAE-B847-C1C4-C60B-E5A9F79535C0}"/>
          </ac:picMkLst>
        </pc:picChg>
      </pc:sldChg>
      <pc:sldChg chg="addSp delSp modSp add mod ord">
        <pc:chgData name="Akshat Danve" userId="49d63816fddf20aa" providerId="LiveId" clId="{0DED7085-C729-45ED-A356-5D878D4DF8FE}" dt="2026-03-27T18:54:56.247" v="791" actId="20577"/>
        <pc:sldMkLst>
          <pc:docMk/>
          <pc:sldMk cId="2147453123" sldId="273"/>
        </pc:sldMkLst>
        <pc:spChg chg="mod">
          <ac:chgData name="Akshat Danve" userId="49d63816fddf20aa" providerId="LiveId" clId="{0DED7085-C729-45ED-A356-5D878D4DF8FE}" dt="2026-03-27T17:14:16.165" v="199"/>
          <ac:spMkLst>
            <pc:docMk/>
            <pc:sldMk cId="2147453123" sldId="273"/>
            <ac:spMk id="4" creationId="{8517F5AB-F618-E57B-34D5-11638F9EEBAF}"/>
          </ac:spMkLst>
        </pc:spChg>
        <pc:spChg chg="add">
          <ac:chgData name="Akshat Danve" userId="49d63816fddf20aa" providerId="LiveId" clId="{0DED7085-C729-45ED-A356-5D878D4DF8FE}" dt="2026-03-27T17:15:12.363" v="215"/>
          <ac:spMkLst>
            <pc:docMk/>
            <pc:sldMk cId="2147453123" sldId="273"/>
            <ac:spMk id="5" creationId="{4C176DFF-C30C-E60E-897F-21AE34B3814E}"/>
          </ac:spMkLst>
        </pc:spChg>
        <pc:spChg chg="add">
          <ac:chgData name="Akshat Danve" userId="49d63816fddf20aa" providerId="LiveId" clId="{0DED7085-C729-45ED-A356-5D878D4DF8FE}" dt="2026-03-27T17:15:19.478" v="217"/>
          <ac:spMkLst>
            <pc:docMk/>
            <pc:sldMk cId="2147453123" sldId="273"/>
            <ac:spMk id="6" creationId="{76E32AF6-7060-0AB9-6419-7F4EC432B93F}"/>
          </ac:spMkLst>
        </pc:spChg>
        <pc:spChg chg="add mod">
          <ac:chgData name="Akshat Danve" userId="49d63816fddf20aa" providerId="LiveId" clId="{0DED7085-C729-45ED-A356-5D878D4DF8FE}" dt="2026-03-27T17:23:03.589" v="323" actId="1076"/>
          <ac:spMkLst>
            <pc:docMk/>
            <pc:sldMk cId="2147453123" sldId="273"/>
            <ac:spMk id="7" creationId="{D786E892-287E-E3BF-CF74-1BF892C3FC3F}"/>
          </ac:spMkLst>
        </pc:spChg>
        <pc:spChg chg="add">
          <ac:chgData name="Akshat Danve" userId="49d63816fddf20aa" providerId="LiveId" clId="{0DED7085-C729-45ED-A356-5D878D4DF8FE}" dt="2026-03-27T17:18:08.853" v="250"/>
          <ac:spMkLst>
            <pc:docMk/>
            <pc:sldMk cId="2147453123" sldId="273"/>
            <ac:spMk id="8" creationId="{E56A9EFA-AD49-7B39-62D6-599CD055DF69}"/>
          </ac:spMkLst>
        </pc:spChg>
        <pc:spChg chg="add mod">
          <ac:chgData name="Akshat Danve" userId="49d63816fddf20aa" providerId="LiveId" clId="{0DED7085-C729-45ED-A356-5D878D4DF8FE}" dt="2026-03-27T17:20:24.727" v="278" actId="1076"/>
          <ac:spMkLst>
            <pc:docMk/>
            <pc:sldMk cId="2147453123" sldId="273"/>
            <ac:spMk id="9" creationId="{1D935E45-F918-3296-3E24-7E2A4E50BA1E}"/>
          </ac:spMkLst>
        </pc:spChg>
        <pc:spChg chg="add mod">
          <ac:chgData name="Akshat Danve" userId="49d63816fddf20aa" providerId="LiveId" clId="{0DED7085-C729-45ED-A356-5D878D4DF8FE}" dt="2026-03-27T17:23:41.686" v="327" actId="113"/>
          <ac:spMkLst>
            <pc:docMk/>
            <pc:sldMk cId="2147453123" sldId="273"/>
            <ac:spMk id="10" creationId="{507D29D5-D283-07DB-1274-C00AC242C76B}"/>
          </ac:spMkLst>
        </pc:spChg>
        <pc:spChg chg="add del mod">
          <ac:chgData name="Akshat Danve" userId="49d63816fddf20aa" providerId="LiveId" clId="{0DED7085-C729-45ED-A356-5D878D4DF8FE}" dt="2026-03-27T17:21:40.276" v="297"/>
          <ac:spMkLst>
            <pc:docMk/>
            <pc:sldMk cId="2147453123" sldId="273"/>
            <ac:spMk id="11" creationId="{2C8841EB-FCA7-C42A-9B4B-3F0DFE635759}"/>
          </ac:spMkLst>
        </pc:spChg>
        <pc:spChg chg="mod">
          <ac:chgData name="Akshat Danve" userId="49d63816fddf20aa" providerId="LiveId" clId="{0DED7085-C729-45ED-A356-5D878D4DF8FE}" dt="2026-03-27T18:54:56.247" v="791" actId="20577"/>
          <ac:spMkLst>
            <pc:docMk/>
            <pc:sldMk cId="2147453123" sldId="273"/>
            <ac:spMk id="15" creationId="{FC6DF8E4-CCFC-C3C1-3AFF-07934502C745}"/>
          </ac:spMkLst>
        </pc:spChg>
        <pc:spChg chg="del mod">
          <ac:chgData name="Akshat Danve" userId="49d63816fddf20aa" providerId="LiveId" clId="{0DED7085-C729-45ED-A356-5D878D4DF8FE}" dt="2026-03-27T17:20:53.697" v="283" actId="478"/>
          <ac:spMkLst>
            <pc:docMk/>
            <pc:sldMk cId="2147453123" sldId="273"/>
            <ac:spMk id="16" creationId="{D3C14B98-AB85-CA15-A2E0-76A1A26A5A50}"/>
          </ac:spMkLst>
        </pc:spChg>
        <pc:spChg chg="mod">
          <ac:chgData name="Akshat Danve" userId="49d63816fddf20aa" providerId="LiveId" clId="{0DED7085-C729-45ED-A356-5D878D4DF8FE}" dt="2026-03-27T17:23:17.121" v="325" actId="14100"/>
          <ac:spMkLst>
            <pc:docMk/>
            <pc:sldMk cId="2147453123" sldId="273"/>
            <ac:spMk id="17" creationId="{C7EBE3FA-2AB9-B52E-F638-7811ED80032D}"/>
          </ac:spMkLst>
        </pc:spChg>
        <pc:spChg chg="del">
          <ac:chgData name="Akshat Danve" userId="49d63816fddf20aa" providerId="LiveId" clId="{0DED7085-C729-45ED-A356-5D878D4DF8FE}" dt="2026-03-27T17:17:35.721" v="244" actId="478"/>
          <ac:spMkLst>
            <pc:docMk/>
            <pc:sldMk cId="2147453123" sldId="273"/>
            <ac:spMk id="18" creationId="{40A40D7F-4590-E975-13C1-659A87660693}"/>
          </ac:spMkLst>
        </pc:spChg>
        <pc:grpChg chg="mod">
          <ac:chgData name="Akshat Danve" userId="49d63816fddf20aa" providerId="LiveId" clId="{0DED7085-C729-45ED-A356-5D878D4DF8FE}" dt="2026-03-27T17:21:30.015" v="294" actId="1076"/>
          <ac:grpSpMkLst>
            <pc:docMk/>
            <pc:sldMk cId="2147453123" sldId="273"/>
            <ac:grpSpMk id="2" creationId="{B96AB257-FBFD-6205-1156-3960785B9640}"/>
          </ac:grpSpMkLst>
        </pc:grpChg>
      </pc:sldChg>
      <pc:sldChg chg="addSp delSp modSp add mod">
        <pc:chgData name="Akshat Danve" userId="49d63816fddf20aa" providerId="LiveId" clId="{0DED7085-C729-45ED-A356-5D878D4DF8FE}" dt="2026-03-27T18:55:42.038" v="796" actId="113"/>
        <pc:sldMkLst>
          <pc:docMk/>
          <pc:sldMk cId="2549751333" sldId="274"/>
        </pc:sldMkLst>
        <pc:spChg chg="mod">
          <ac:chgData name="Akshat Danve" userId="49d63816fddf20aa" providerId="LiveId" clId="{0DED7085-C729-45ED-A356-5D878D4DF8FE}" dt="2026-03-27T17:33:31.074" v="360"/>
          <ac:spMkLst>
            <pc:docMk/>
            <pc:sldMk cId="2549751333" sldId="274"/>
            <ac:spMk id="6" creationId="{0B7228FA-D00D-F06F-6C6B-8CBE8BB6BB2D}"/>
          </ac:spMkLst>
        </pc:spChg>
        <pc:spChg chg="mod">
          <ac:chgData name="Akshat Danve" userId="49d63816fddf20aa" providerId="LiveId" clId="{0DED7085-C729-45ED-A356-5D878D4DF8FE}" dt="2026-03-27T18:55:31.788" v="795" actId="113"/>
          <ac:spMkLst>
            <pc:docMk/>
            <pc:sldMk cId="2549751333" sldId="274"/>
            <ac:spMk id="7" creationId="{F175040A-B97A-FC66-8010-5D394B1EDC8A}"/>
          </ac:spMkLst>
        </pc:spChg>
        <pc:spChg chg="mod">
          <ac:chgData name="Akshat Danve" userId="49d63816fddf20aa" providerId="LiveId" clId="{0DED7085-C729-45ED-A356-5D878D4DF8FE}" dt="2026-03-27T17:33:31.074" v="360"/>
          <ac:spMkLst>
            <pc:docMk/>
            <pc:sldMk cId="2549751333" sldId="274"/>
            <ac:spMk id="8" creationId="{B201E101-86D9-E0BD-B5D0-AFC589267CF8}"/>
          </ac:spMkLst>
        </pc:spChg>
        <pc:spChg chg="mod">
          <ac:chgData name="Akshat Danve" userId="49d63816fddf20aa" providerId="LiveId" clId="{0DED7085-C729-45ED-A356-5D878D4DF8FE}" dt="2026-03-27T17:38:18.456" v="429" actId="1076"/>
          <ac:spMkLst>
            <pc:docMk/>
            <pc:sldMk cId="2549751333" sldId="274"/>
            <ac:spMk id="9" creationId="{5D60DD68-EFF5-CE03-B320-6D8493E7F992}"/>
          </ac:spMkLst>
        </pc:spChg>
        <pc:spChg chg="mod">
          <ac:chgData name="Akshat Danve" userId="49d63816fddf20aa" providerId="LiveId" clId="{0DED7085-C729-45ED-A356-5D878D4DF8FE}" dt="2026-03-27T18:55:13.646" v="792" actId="113"/>
          <ac:spMkLst>
            <pc:docMk/>
            <pc:sldMk cId="2549751333" sldId="274"/>
            <ac:spMk id="10" creationId="{287DE189-9D9B-C21C-B41C-3342E121F85C}"/>
          </ac:spMkLst>
        </pc:spChg>
        <pc:spChg chg="add">
          <ac:chgData name="Akshat Danve" userId="49d63816fddf20aa" providerId="LiveId" clId="{0DED7085-C729-45ED-A356-5D878D4DF8FE}" dt="2026-03-27T17:34:06.179" v="374"/>
          <ac:spMkLst>
            <pc:docMk/>
            <pc:sldMk cId="2549751333" sldId="274"/>
            <ac:spMk id="11" creationId="{F520AF29-C337-2A62-C208-A79B77F40F29}"/>
          </ac:spMkLst>
        </pc:spChg>
        <pc:spChg chg="add">
          <ac:chgData name="Akshat Danve" userId="49d63816fddf20aa" providerId="LiveId" clId="{0DED7085-C729-45ED-A356-5D878D4DF8FE}" dt="2026-03-27T17:36:38.754" v="409"/>
          <ac:spMkLst>
            <pc:docMk/>
            <pc:sldMk cId="2549751333" sldId="274"/>
            <ac:spMk id="12" creationId="{57594E81-A410-C82B-DFC5-F457CC53A8A3}"/>
          </ac:spMkLst>
        </pc:spChg>
        <pc:spChg chg="add">
          <ac:chgData name="Akshat Danve" userId="49d63816fddf20aa" providerId="LiveId" clId="{0DED7085-C729-45ED-A356-5D878D4DF8FE}" dt="2026-03-27T17:37:35.292" v="424"/>
          <ac:spMkLst>
            <pc:docMk/>
            <pc:sldMk cId="2549751333" sldId="274"/>
            <ac:spMk id="13" creationId="{35BC8509-EA5A-0872-4379-FD29D91E9D10}"/>
          </ac:spMkLst>
        </pc:spChg>
        <pc:spChg chg="mod">
          <ac:chgData name="Akshat Danve" userId="49d63816fddf20aa" providerId="LiveId" clId="{0DED7085-C729-45ED-A356-5D878D4DF8FE}" dt="2026-03-27T18:55:42.038" v="796" actId="113"/>
          <ac:spMkLst>
            <pc:docMk/>
            <pc:sldMk cId="2549751333" sldId="274"/>
            <ac:spMk id="15" creationId="{84BC0620-7C74-7DA6-14A7-5E790C2B98CA}"/>
          </ac:spMkLst>
        </pc:spChg>
        <pc:grpChg chg="del">
          <ac:chgData name="Akshat Danve" userId="49d63816fddf20aa" providerId="LiveId" clId="{0DED7085-C729-45ED-A356-5D878D4DF8FE}" dt="2026-03-27T17:33:30.623" v="359" actId="478"/>
          <ac:grpSpMkLst>
            <pc:docMk/>
            <pc:sldMk cId="2549751333" sldId="274"/>
            <ac:grpSpMk id="2" creationId="{836249F7-705A-9435-E338-FAE9176176F7}"/>
          </ac:grpSpMkLst>
        </pc:grpChg>
        <pc:grpChg chg="add mod">
          <ac:chgData name="Akshat Danve" userId="49d63816fddf20aa" providerId="LiveId" clId="{0DED7085-C729-45ED-A356-5D878D4DF8FE}" dt="2026-03-27T17:33:31.074" v="360"/>
          <ac:grpSpMkLst>
            <pc:docMk/>
            <pc:sldMk cId="2549751333" sldId="274"/>
            <ac:grpSpMk id="5" creationId="{CFA9BDA6-3ADA-D85F-7EC0-706377AE9613}"/>
          </ac:grpSpMkLst>
        </pc:grpChg>
      </pc:sldChg>
      <pc:sldChg chg="addSp delSp modSp add mod">
        <pc:chgData name="Akshat Danve" userId="49d63816fddf20aa" providerId="LiveId" clId="{0DED7085-C729-45ED-A356-5D878D4DF8FE}" dt="2026-03-27T18:04:10.036" v="557" actId="1076"/>
        <pc:sldMkLst>
          <pc:docMk/>
          <pc:sldMk cId="1705541587" sldId="275"/>
        </pc:sldMkLst>
        <pc:spChg chg="mod">
          <ac:chgData name="Akshat Danve" userId="49d63816fddf20aa" providerId="LiveId" clId="{0DED7085-C729-45ED-A356-5D878D4DF8FE}" dt="2026-03-27T17:54:56.042" v="506" actId="20577"/>
          <ac:spMkLst>
            <pc:docMk/>
            <pc:sldMk cId="1705541587" sldId="275"/>
            <ac:spMk id="4" creationId="{1509258F-E0CA-3CA4-8527-6A7C0C499A08}"/>
          </ac:spMkLst>
        </pc:spChg>
        <pc:spChg chg="add mod">
          <ac:chgData name="Akshat Danve" userId="49d63816fddf20aa" providerId="LiveId" clId="{0DED7085-C729-45ED-A356-5D878D4DF8FE}" dt="2026-03-27T18:03:04.956" v="543" actId="1076"/>
          <ac:spMkLst>
            <pc:docMk/>
            <pc:sldMk cId="1705541587" sldId="275"/>
            <ac:spMk id="7" creationId="{F32285E4-4840-3F4B-B70F-BAC7A0AE35F0}"/>
          </ac:spMkLst>
        </pc:spChg>
        <pc:spChg chg="del">
          <ac:chgData name="Akshat Danve" userId="49d63816fddf20aa" providerId="LiveId" clId="{0DED7085-C729-45ED-A356-5D878D4DF8FE}" dt="2026-03-27T17:55:02.842" v="507" actId="478"/>
          <ac:spMkLst>
            <pc:docMk/>
            <pc:sldMk cId="1705541587" sldId="275"/>
            <ac:spMk id="19" creationId="{31B949E4-BC7A-7169-5202-C9EC354499E6}"/>
          </ac:spMkLst>
        </pc:spChg>
        <pc:spChg chg="del">
          <ac:chgData name="Akshat Danve" userId="49d63816fddf20aa" providerId="LiveId" clId="{0DED7085-C729-45ED-A356-5D878D4DF8FE}" dt="2026-03-27T17:55:02.842" v="507" actId="478"/>
          <ac:spMkLst>
            <pc:docMk/>
            <pc:sldMk cId="1705541587" sldId="275"/>
            <ac:spMk id="23" creationId="{7AC37B7D-D74B-790F-096F-EB90A588CD22}"/>
          </ac:spMkLst>
        </pc:spChg>
        <pc:spChg chg="del">
          <ac:chgData name="Akshat Danve" userId="49d63816fddf20aa" providerId="LiveId" clId="{0DED7085-C729-45ED-A356-5D878D4DF8FE}" dt="2026-03-27T17:55:02.842" v="507" actId="478"/>
          <ac:spMkLst>
            <pc:docMk/>
            <pc:sldMk cId="1705541587" sldId="275"/>
            <ac:spMk id="24" creationId="{FF00241E-C6D9-5841-1062-9C22CFBBEE34}"/>
          </ac:spMkLst>
        </pc:spChg>
        <pc:picChg chg="del">
          <ac:chgData name="Akshat Danve" userId="49d63816fddf20aa" providerId="LiveId" clId="{0DED7085-C729-45ED-A356-5D878D4DF8FE}" dt="2026-03-27T17:55:02.842" v="507" actId="478"/>
          <ac:picMkLst>
            <pc:docMk/>
            <pc:sldMk cId="1705541587" sldId="275"/>
            <ac:picMk id="9" creationId="{550F7774-D10A-211B-6C05-F8044032BBD9}"/>
          </ac:picMkLst>
        </pc:picChg>
        <pc:picChg chg="del">
          <ac:chgData name="Akshat Danve" userId="49d63816fddf20aa" providerId="LiveId" clId="{0DED7085-C729-45ED-A356-5D878D4DF8FE}" dt="2026-03-27T17:55:02.842" v="507" actId="478"/>
          <ac:picMkLst>
            <pc:docMk/>
            <pc:sldMk cId="1705541587" sldId="275"/>
            <ac:picMk id="11" creationId="{657E9E24-9590-EA91-E4AF-64F1FAED85E1}"/>
          </ac:picMkLst>
        </pc:picChg>
        <pc:picChg chg="add mod">
          <ac:chgData name="Akshat Danve" userId="49d63816fddf20aa" providerId="LiveId" clId="{0DED7085-C729-45ED-A356-5D878D4DF8FE}" dt="2026-03-27T18:03:04.956" v="543" actId="1076"/>
          <ac:picMkLst>
            <pc:docMk/>
            <pc:sldMk cId="1705541587" sldId="275"/>
            <ac:picMk id="12" creationId="{CE7AD5F1-948E-70E1-2454-34FC3726F8CC}"/>
          </ac:picMkLst>
        </pc:picChg>
        <pc:picChg chg="add mod">
          <ac:chgData name="Akshat Danve" userId="49d63816fddf20aa" providerId="LiveId" clId="{0DED7085-C729-45ED-A356-5D878D4DF8FE}" dt="2026-03-27T18:03:28.539" v="551" actId="14100"/>
          <ac:picMkLst>
            <pc:docMk/>
            <pc:sldMk cId="1705541587" sldId="275"/>
            <ac:picMk id="20" creationId="{A4D74363-8B70-D312-9B2D-7A1B3C6C3BDF}"/>
          </ac:picMkLst>
        </pc:picChg>
        <pc:picChg chg="del">
          <ac:chgData name="Akshat Danve" userId="49d63816fddf20aa" providerId="LiveId" clId="{0DED7085-C729-45ED-A356-5D878D4DF8FE}" dt="2026-03-27T17:55:02.842" v="507" actId="478"/>
          <ac:picMkLst>
            <pc:docMk/>
            <pc:sldMk cId="1705541587" sldId="275"/>
            <ac:picMk id="22" creationId="{ECAE16BC-21B9-BBB3-72C0-D0BAF5B8CC13}"/>
          </ac:picMkLst>
        </pc:picChg>
        <pc:picChg chg="add mod">
          <ac:chgData name="Akshat Danve" userId="49d63816fddf20aa" providerId="LiveId" clId="{0DED7085-C729-45ED-A356-5D878D4DF8FE}" dt="2026-03-27T18:03:18.187" v="547" actId="1076"/>
          <ac:picMkLst>
            <pc:docMk/>
            <pc:sldMk cId="1705541587" sldId="275"/>
            <ac:picMk id="25" creationId="{D185AB22-47CA-5185-8F42-B22FD5FDA629}"/>
          </ac:picMkLst>
        </pc:picChg>
        <pc:picChg chg="del">
          <ac:chgData name="Akshat Danve" userId="49d63816fddf20aa" providerId="LiveId" clId="{0DED7085-C729-45ED-A356-5D878D4DF8FE}" dt="2026-03-27T17:55:02.842" v="507" actId="478"/>
          <ac:picMkLst>
            <pc:docMk/>
            <pc:sldMk cId="1705541587" sldId="275"/>
            <ac:picMk id="26" creationId="{3D6DBD4B-BBB1-4F1C-B533-B31E708EB4AF}"/>
          </ac:picMkLst>
        </pc:picChg>
        <pc:picChg chg="add mod">
          <ac:chgData name="Akshat Danve" userId="49d63816fddf20aa" providerId="LiveId" clId="{0DED7085-C729-45ED-A356-5D878D4DF8FE}" dt="2026-03-27T18:03:24.671" v="550" actId="1076"/>
          <ac:picMkLst>
            <pc:docMk/>
            <pc:sldMk cId="1705541587" sldId="275"/>
            <ac:picMk id="28" creationId="{3F1F2565-18ED-1F04-4701-97A091B69B04}"/>
          </ac:picMkLst>
        </pc:picChg>
        <pc:picChg chg="add mod">
          <ac:chgData name="Akshat Danve" userId="49d63816fddf20aa" providerId="LiveId" clId="{0DED7085-C729-45ED-A356-5D878D4DF8FE}" dt="2026-03-27T18:04:10.036" v="557" actId="1076"/>
          <ac:picMkLst>
            <pc:docMk/>
            <pc:sldMk cId="1705541587" sldId="275"/>
            <ac:picMk id="30" creationId="{6D48723D-F1FD-6573-C8C6-F440CDA55206}"/>
          </ac:picMkLst>
        </pc:picChg>
      </pc:sldChg>
      <pc:sldChg chg="addSp delSp modSp add mod">
        <pc:chgData name="Akshat Danve" userId="49d63816fddf20aa" providerId="LiveId" clId="{0DED7085-C729-45ED-A356-5D878D4DF8FE}" dt="2026-03-27T18:37:36.228" v="677" actId="14100"/>
        <pc:sldMkLst>
          <pc:docMk/>
          <pc:sldMk cId="2838553660" sldId="276"/>
        </pc:sldMkLst>
        <pc:spChg chg="mod">
          <ac:chgData name="Akshat Danve" userId="49d63816fddf20aa" providerId="LiveId" clId="{0DED7085-C729-45ED-A356-5D878D4DF8FE}" dt="2026-03-27T18:32:16.815" v="631"/>
          <ac:spMkLst>
            <pc:docMk/>
            <pc:sldMk cId="2838553660" sldId="276"/>
            <ac:spMk id="4" creationId="{BF34E8BF-E301-EE83-342E-243DF46940C9}"/>
          </ac:spMkLst>
        </pc:spChg>
        <pc:spChg chg="add mod">
          <ac:chgData name="Akshat Danve" userId="49d63816fddf20aa" providerId="LiveId" clId="{0DED7085-C729-45ED-A356-5D878D4DF8FE}" dt="2026-03-27T18:34:36.109" v="649" actId="1076"/>
          <ac:spMkLst>
            <pc:docMk/>
            <pc:sldMk cId="2838553660" sldId="276"/>
            <ac:spMk id="5" creationId="{516F48D7-F4E4-41C0-05B1-300C2A15771D}"/>
          </ac:spMkLst>
        </pc:spChg>
        <pc:spChg chg="add del mod">
          <ac:chgData name="Akshat Danve" userId="49d63816fddf20aa" providerId="LiveId" clId="{0DED7085-C729-45ED-A356-5D878D4DF8FE}" dt="2026-03-27T18:33:27.293" v="635" actId="478"/>
          <ac:spMkLst>
            <pc:docMk/>
            <pc:sldMk cId="2838553660" sldId="276"/>
            <ac:spMk id="6" creationId="{E3BE60E9-25C9-897A-54F9-ECA7EFACCE44}"/>
          </ac:spMkLst>
        </pc:spChg>
        <pc:spChg chg="add mod">
          <ac:chgData name="Akshat Danve" userId="49d63816fddf20aa" providerId="LiveId" clId="{0DED7085-C729-45ED-A356-5D878D4DF8FE}" dt="2026-03-27T18:36:26.464" v="665" actId="2711"/>
          <ac:spMkLst>
            <pc:docMk/>
            <pc:sldMk cId="2838553660" sldId="276"/>
            <ac:spMk id="9" creationId="{70F59C3D-CB1A-A41D-0CCD-BD18215E7678}"/>
          </ac:spMkLst>
        </pc:spChg>
        <pc:spChg chg="del">
          <ac:chgData name="Akshat Danve" userId="49d63816fddf20aa" providerId="LiveId" clId="{0DED7085-C729-45ED-A356-5D878D4DF8FE}" dt="2026-03-27T18:32:32.152" v="632" actId="478"/>
          <ac:spMkLst>
            <pc:docMk/>
            <pc:sldMk cId="2838553660" sldId="276"/>
            <ac:spMk id="16" creationId="{A90EC2C7-7B08-D6BC-5667-D07E441C059C}"/>
          </ac:spMkLst>
        </pc:spChg>
        <pc:spChg chg="del">
          <ac:chgData name="Akshat Danve" userId="49d63816fddf20aa" providerId="LiveId" clId="{0DED7085-C729-45ED-A356-5D878D4DF8FE}" dt="2026-03-27T18:32:32.152" v="632" actId="478"/>
          <ac:spMkLst>
            <pc:docMk/>
            <pc:sldMk cId="2838553660" sldId="276"/>
            <ac:spMk id="30" creationId="{2EA4D3C4-617F-5117-9368-98FC3E225AF3}"/>
          </ac:spMkLst>
        </pc:spChg>
        <pc:spChg chg="del">
          <ac:chgData name="Akshat Danve" userId="49d63816fddf20aa" providerId="LiveId" clId="{0DED7085-C729-45ED-A356-5D878D4DF8FE}" dt="2026-03-27T18:32:32.152" v="632" actId="478"/>
          <ac:spMkLst>
            <pc:docMk/>
            <pc:sldMk cId="2838553660" sldId="276"/>
            <ac:spMk id="35" creationId="{8AC34F6E-705D-A51A-BD44-2F4F80B8DBDB}"/>
          </ac:spMkLst>
        </pc:spChg>
        <pc:spChg chg="del">
          <ac:chgData name="Akshat Danve" userId="49d63816fddf20aa" providerId="LiveId" clId="{0DED7085-C729-45ED-A356-5D878D4DF8FE}" dt="2026-03-27T18:32:32.152" v="632" actId="478"/>
          <ac:spMkLst>
            <pc:docMk/>
            <pc:sldMk cId="2838553660" sldId="276"/>
            <ac:spMk id="37" creationId="{810CC74D-AABF-63C5-14EA-D9D59931849F}"/>
          </ac:spMkLst>
        </pc:spChg>
        <pc:picChg chg="add mod">
          <ac:chgData name="Akshat Danve" userId="49d63816fddf20aa" providerId="LiveId" clId="{0DED7085-C729-45ED-A356-5D878D4DF8FE}" dt="2026-03-27T18:35:15.509" v="653" actId="1076"/>
          <ac:picMkLst>
            <pc:docMk/>
            <pc:sldMk cId="2838553660" sldId="276"/>
            <ac:picMk id="8" creationId="{880D8DC6-D155-5B8D-EDB0-D91650FAB643}"/>
          </ac:picMkLst>
        </pc:picChg>
        <pc:picChg chg="add mod modCrop">
          <ac:chgData name="Akshat Danve" userId="49d63816fddf20aa" providerId="LiveId" clId="{0DED7085-C729-45ED-A356-5D878D4DF8FE}" dt="2026-03-27T18:37:36.228" v="677" actId="14100"/>
          <ac:picMkLst>
            <pc:docMk/>
            <pc:sldMk cId="2838553660" sldId="276"/>
            <ac:picMk id="11" creationId="{FE6E1677-8B4F-20B8-47A5-F22C6E54951D}"/>
          </ac:picMkLst>
        </pc:picChg>
        <pc:picChg chg="del">
          <ac:chgData name="Akshat Danve" userId="49d63816fddf20aa" providerId="LiveId" clId="{0DED7085-C729-45ED-A356-5D878D4DF8FE}" dt="2026-03-27T18:32:32.152" v="632" actId="478"/>
          <ac:picMkLst>
            <pc:docMk/>
            <pc:sldMk cId="2838553660" sldId="276"/>
            <ac:picMk id="33" creationId="{5544F9D1-E555-0AF3-BB36-42EB949723EB}"/>
          </ac:picMkLst>
        </pc:picChg>
      </pc:sldChg>
      <pc:sldChg chg="addSp delSp modSp add mod ord">
        <pc:chgData name="Akshat Danve" userId="49d63816fddf20aa" providerId="LiveId" clId="{0DED7085-C729-45ED-A356-5D878D4DF8FE}" dt="2026-03-27T18:44:04.260" v="723" actId="478"/>
        <pc:sldMkLst>
          <pc:docMk/>
          <pc:sldMk cId="1684331596" sldId="277"/>
        </pc:sldMkLst>
        <pc:spChg chg="mod">
          <ac:chgData name="Akshat Danve" userId="49d63816fddf20aa" providerId="LiveId" clId="{0DED7085-C729-45ED-A356-5D878D4DF8FE}" dt="2026-03-27T18:39:34.988" v="684" actId="255"/>
          <ac:spMkLst>
            <pc:docMk/>
            <pc:sldMk cId="1684331596" sldId="277"/>
            <ac:spMk id="4" creationId="{F6E6688F-704A-88DD-A175-FDD7ABC74DC8}"/>
          </ac:spMkLst>
        </pc:spChg>
        <pc:spChg chg="mod">
          <ac:chgData name="Akshat Danve" userId="49d63816fddf20aa" providerId="LiveId" clId="{0DED7085-C729-45ED-A356-5D878D4DF8FE}" dt="2026-03-27T18:43:53.738" v="720" actId="1076"/>
          <ac:spMkLst>
            <pc:docMk/>
            <pc:sldMk cId="1684331596" sldId="277"/>
            <ac:spMk id="16" creationId="{66B8EDE4-9EBE-EE05-BC8E-A555F6894CE4}"/>
          </ac:spMkLst>
        </pc:spChg>
        <pc:spChg chg="mod">
          <ac:chgData name="Akshat Danve" userId="49d63816fddf20aa" providerId="LiveId" clId="{0DED7085-C729-45ED-A356-5D878D4DF8FE}" dt="2026-03-27T18:43:57.232" v="721" actId="1076"/>
          <ac:spMkLst>
            <pc:docMk/>
            <pc:sldMk cId="1684331596" sldId="277"/>
            <ac:spMk id="35" creationId="{16C31D58-7562-DF37-5A84-C53AFB6CC5A3}"/>
          </ac:spMkLst>
        </pc:spChg>
        <pc:spChg chg="del mod">
          <ac:chgData name="Akshat Danve" userId="49d63816fddf20aa" providerId="LiveId" clId="{0DED7085-C729-45ED-A356-5D878D4DF8FE}" dt="2026-03-27T18:44:04.260" v="723" actId="478"/>
          <ac:spMkLst>
            <pc:docMk/>
            <pc:sldMk cId="1684331596" sldId="277"/>
            <ac:spMk id="37" creationId="{35042920-18EF-9913-23C5-A84A8CD51BF4}"/>
          </ac:spMkLst>
        </pc:spChg>
        <pc:picChg chg="add mod">
          <ac:chgData name="Akshat Danve" userId="49d63816fddf20aa" providerId="LiveId" clId="{0DED7085-C729-45ED-A356-5D878D4DF8FE}" dt="2026-03-27T18:44:00.633" v="722" actId="14100"/>
          <ac:picMkLst>
            <pc:docMk/>
            <pc:sldMk cId="1684331596" sldId="277"/>
            <ac:picMk id="6" creationId="{BFEEF0CA-5832-07EF-35EB-6CBBE0DF6A08}"/>
          </ac:picMkLst>
        </pc:picChg>
        <pc:picChg chg="del">
          <ac:chgData name="Akshat Danve" userId="49d63816fddf20aa" providerId="LiveId" clId="{0DED7085-C729-45ED-A356-5D878D4DF8FE}" dt="2026-03-27T18:42:49.889" v="711" actId="478"/>
          <ac:picMkLst>
            <pc:docMk/>
            <pc:sldMk cId="1684331596" sldId="277"/>
            <ac:picMk id="33" creationId="{3FA12E6E-F4A5-DC4C-7301-2B92C14B1B5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E8F078-205A-81A6-2558-B6405C91BE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1E703B9-59FC-0371-BA8F-91F7FF11B47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18FC5C-35BC-405B-B6EC-71B22FB83907}" type="datetimeFigureOut">
              <a:rPr lang="en-IN" smtClean="0"/>
              <a:t>27-03-2026</a:t>
            </a:fld>
            <a:endParaRPr lang="en-IN"/>
          </a:p>
        </p:txBody>
      </p:sp>
      <p:sp>
        <p:nvSpPr>
          <p:cNvPr id="4" name="Footer Placeholder 3">
            <a:extLst>
              <a:ext uri="{FF2B5EF4-FFF2-40B4-BE49-F238E27FC236}">
                <a16:creationId xmlns:a16="http://schemas.microsoft.com/office/drawing/2014/main" id="{0E804660-1720-4C1A-6267-BE75D06AAE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AFBC9BC1-D4FF-14C1-7DD6-E800913EFF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F49F44-1270-4BF1-93AB-8BE9EDC0C996}" type="slidenum">
              <a:rPr lang="en-IN" smtClean="0"/>
              <a:t>‹#›</a:t>
            </a:fld>
            <a:endParaRPr lang="en-IN"/>
          </a:p>
        </p:txBody>
      </p:sp>
    </p:spTree>
    <p:extLst>
      <p:ext uri="{BB962C8B-B14F-4D97-AF65-F5344CB8AC3E}">
        <p14:creationId xmlns:p14="http://schemas.microsoft.com/office/powerpoint/2010/main" val="179049627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B59AFC-06BF-4BA3-9F74-AB15DF550757}" type="datetimeFigureOut">
              <a:rPr lang="en-IN" smtClean="0"/>
              <a:t>27-03-2026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F01A72-D092-4404-A9EF-68C4DE876526}" type="slidenum">
              <a:rPr lang="en-IN" smtClean="0"/>
              <a:t>‹#›</a:t>
            </a:fld>
            <a:endParaRPr lang="en-IN"/>
          </a:p>
        </p:txBody>
      </p:sp>
    </p:spTree>
    <p:extLst>
      <p:ext uri="{BB962C8B-B14F-4D97-AF65-F5344CB8AC3E}">
        <p14:creationId xmlns:p14="http://schemas.microsoft.com/office/powerpoint/2010/main" val="421855578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3/27/2026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3/27/2026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3/27/2026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3/27/2026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3/27/2026</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3/27/2026</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3/27/2026</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3/27/2026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3/27/2026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3/27/2026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3/27/2026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3/27/2026</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jpe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430080" y="2836520"/>
            <a:ext cx="11658600" cy="2205037"/>
            <a:chOff x="0" y="0"/>
            <a:chExt cx="11054080" cy="2090702"/>
          </a:xfrm>
        </p:grpSpPr>
        <p:sp>
          <p:nvSpPr>
            <p:cNvPr id="3" name="Freeform 3"/>
            <p:cNvSpPr/>
            <p:nvPr/>
          </p:nvSpPr>
          <p:spPr>
            <a:xfrm>
              <a:off x="0" y="0"/>
              <a:ext cx="11054080" cy="2090705"/>
            </a:xfrm>
            <a:custGeom>
              <a:avLst/>
              <a:gdLst/>
              <a:ahLst/>
              <a:cxnLst/>
              <a:rect l="l" t="t" r="r" b="b"/>
              <a:pathLst>
                <a:path w="11054080" h="2090705">
                  <a:moveTo>
                    <a:pt x="0" y="0"/>
                  </a:moveTo>
                  <a:lnTo>
                    <a:pt x="11054080" y="0"/>
                  </a:lnTo>
                  <a:lnTo>
                    <a:pt x="11054080" y="2090705"/>
                  </a:lnTo>
                  <a:lnTo>
                    <a:pt x="0" y="2090705"/>
                  </a:lnTo>
                  <a:close/>
                </a:path>
              </a:pathLst>
            </a:custGeom>
            <a:blipFill>
              <a:blip r:embed="rId2">
                <a:alphaModFix amt="0"/>
              </a:blip>
              <a:stretch>
                <a:fillRect t="-53022" b="-53022"/>
              </a:stretch>
            </a:blipFill>
          </p:spPr>
          <p:txBody>
            <a:bodyPr/>
            <a:lstStyle/>
            <a:p>
              <a:endParaRPr lang="en-IN"/>
            </a:p>
          </p:txBody>
        </p:sp>
        <p:sp>
          <p:nvSpPr>
            <p:cNvPr id="4" name="TextBox 4"/>
            <p:cNvSpPr txBox="1"/>
            <p:nvPr/>
          </p:nvSpPr>
          <p:spPr>
            <a:xfrm>
              <a:off x="0" y="-28575"/>
              <a:ext cx="11054080" cy="2119277"/>
            </a:xfrm>
            <a:prstGeom prst="rect">
              <a:avLst/>
            </a:prstGeom>
          </p:spPr>
          <p:txBody>
            <a:bodyPr lIns="0" tIns="0" rIns="0" bIns="0" rtlCol="0" anchor="ctr"/>
            <a:lstStyle/>
            <a:p>
              <a:pPr algn="ctr">
                <a:lnSpc>
                  <a:spcPts val="5726"/>
                </a:lnSpc>
              </a:pPr>
              <a:r>
                <a:rPr lang="en-US" sz="4771" b="1">
                  <a:solidFill>
                    <a:srgbClr val="000000"/>
                  </a:solidFill>
                  <a:latin typeface="Times New Roman Bold"/>
                  <a:ea typeface="Times New Roman Bold"/>
                  <a:cs typeface="Times New Roman Bold"/>
                  <a:sym typeface="Times New Roman Bold"/>
                </a:rPr>
                <a:t>Deep-Sea Rescue Support: Human &amp; Object Detection Using Sonar and AI Techniques</a:t>
              </a:r>
            </a:p>
          </p:txBody>
        </p:sp>
      </p:grpSp>
      <p:sp>
        <p:nvSpPr>
          <p:cNvPr id="5" name="TextBox 5"/>
          <p:cNvSpPr txBox="1"/>
          <p:nvPr/>
        </p:nvSpPr>
        <p:spPr>
          <a:xfrm>
            <a:off x="9601202" y="6286294"/>
            <a:ext cx="6650867" cy="2257028"/>
          </a:xfrm>
          <a:prstGeom prst="rect">
            <a:avLst/>
          </a:prstGeom>
        </p:spPr>
        <p:txBody>
          <a:bodyPr lIns="0" tIns="0" rIns="0" bIns="0" rtlCol="0" anchor="t">
            <a:spAutoFit/>
          </a:bodyPr>
          <a:lstStyle/>
          <a:p>
            <a:pPr algn="r">
              <a:lnSpc>
                <a:spcPts val="2159"/>
              </a:lnSpc>
            </a:pPr>
            <a:r>
              <a:rPr lang="en-US" sz="2249" b="1" dirty="0">
                <a:solidFill>
                  <a:srgbClr val="888888"/>
                </a:solidFill>
                <a:latin typeface="Times New Roman Bold"/>
                <a:ea typeface="Times New Roman Bold"/>
                <a:cs typeface="Times New Roman Bold"/>
                <a:sym typeface="Times New Roman Bold"/>
              </a:rPr>
              <a:t>Batch ID: </a:t>
            </a:r>
            <a:r>
              <a:rPr lang="en-US" sz="2249" dirty="0">
                <a:solidFill>
                  <a:srgbClr val="888888"/>
                </a:solidFill>
                <a:latin typeface="Times New Roman"/>
                <a:ea typeface="Times New Roman"/>
                <a:cs typeface="Times New Roman"/>
                <a:sym typeface="Times New Roman"/>
              </a:rPr>
              <a:t>B36</a:t>
            </a:r>
          </a:p>
          <a:p>
            <a:pPr algn="r">
              <a:lnSpc>
                <a:spcPts val="2159"/>
              </a:lnSpc>
            </a:pPr>
            <a:endParaRPr lang="en-US" sz="2249" dirty="0">
              <a:solidFill>
                <a:srgbClr val="888888"/>
              </a:solidFill>
              <a:latin typeface="Times New Roman"/>
              <a:ea typeface="Times New Roman"/>
              <a:cs typeface="Times New Roman"/>
              <a:sym typeface="Times New Roman"/>
            </a:endParaRPr>
          </a:p>
          <a:p>
            <a:pPr algn="r">
              <a:lnSpc>
                <a:spcPts val="2159"/>
              </a:lnSpc>
            </a:pPr>
            <a:r>
              <a:rPr lang="en-US" sz="2249" b="1" dirty="0">
                <a:solidFill>
                  <a:srgbClr val="888888"/>
                </a:solidFill>
                <a:latin typeface="Times New Roman Bold"/>
                <a:ea typeface="Times New Roman Bold"/>
                <a:cs typeface="Times New Roman Bold"/>
                <a:sym typeface="Times New Roman Bold"/>
              </a:rPr>
              <a:t>Student 1 - Reg. No:</a:t>
            </a:r>
            <a:r>
              <a:rPr lang="en-US" sz="2249" dirty="0">
                <a:solidFill>
                  <a:srgbClr val="888888"/>
                </a:solidFill>
                <a:latin typeface="Times New Roman"/>
                <a:ea typeface="Times New Roman"/>
                <a:cs typeface="Times New Roman"/>
                <a:sym typeface="Times New Roman"/>
              </a:rPr>
              <a:t> RA2311003010826</a:t>
            </a:r>
          </a:p>
          <a:p>
            <a:pPr algn="r">
              <a:lnSpc>
                <a:spcPts val="2159"/>
              </a:lnSpc>
            </a:pPr>
            <a:r>
              <a:rPr lang="en-US" sz="2249" b="1" dirty="0">
                <a:solidFill>
                  <a:srgbClr val="888888"/>
                </a:solidFill>
                <a:latin typeface="Times New Roman Bold"/>
                <a:ea typeface="Times New Roman Bold"/>
                <a:cs typeface="Times New Roman Bold"/>
                <a:sym typeface="Times New Roman Bold"/>
              </a:rPr>
              <a:t>Student 1 - Name:</a:t>
            </a:r>
            <a:r>
              <a:rPr lang="en-US" sz="2249" dirty="0">
                <a:solidFill>
                  <a:srgbClr val="888888"/>
                </a:solidFill>
                <a:latin typeface="Times New Roman"/>
                <a:ea typeface="Times New Roman"/>
                <a:cs typeface="Times New Roman"/>
                <a:sym typeface="Times New Roman"/>
              </a:rPr>
              <a:t> Akshat Danve</a:t>
            </a:r>
          </a:p>
          <a:p>
            <a:pPr algn="r">
              <a:lnSpc>
                <a:spcPts val="2159"/>
              </a:lnSpc>
            </a:pPr>
            <a:endParaRPr lang="en-US" sz="2249" dirty="0">
              <a:solidFill>
                <a:srgbClr val="888888"/>
              </a:solidFill>
              <a:latin typeface="Times New Roman"/>
              <a:ea typeface="Times New Roman"/>
              <a:cs typeface="Times New Roman"/>
              <a:sym typeface="Times New Roman"/>
            </a:endParaRPr>
          </a:p>
          <a:p>
            <a:pPr algn="r">
              <a:lnSpc>
                <a:spcPts val="2159"/>
              </a:lnSpc>
            </a:pPr>
            <a:r>
              <a:rPr lang="en-US" sz="2249" b="1" dirty="0">
                <a:solidFill>
                  <a:srgbClr val="888888"/>
                </a:solidFill>
                <a:latin typeface="Times New Roman Bold"/>
                <a:ea typeface="Times New Roman Bold"/>
                <a:cs typeface="Times New Roman Bold"/>
                <a:sym typeface="Times New Roman Bold"/>
              </a:rPr>
              <a:t>Student 2 - Reg. No:</a:t>
            </a:r>
            <a:r>
              <a:rPr lang="en-US" sz="2249" dirty="0">
                <a:solidFill>
                  <a:srgbClr val="888888"/>
                </a:solidFill>
                <a:latin typeface="Times New Roman"/>
                <a:ea typeface="Times New Roman"/>
                <a:cs typeface="Times New Roman"/>
                <a:sym typeface="Times New Roman"/>
              </a:rPr>
              <a:t> RA2311003010828</a:t>
            </a:r>
          </a:p>
          <a:p>
            <a:pPr algn="r">
              <a:lnSpc>
                <a:spcPts val="2159"/>
              </a:lnSpc>
            </a:pPr>
            <a:r>
              <a:rPr lang="en-US" sz="2249" b="1" dirty="0">
                <a:solidFill>
                  <a:srgbClr val="888888"/>
                </a:solidFill>
                <a:latin typeface="Times New Roman Bold"/>
                <a:ea typeface="Times New Roman Bold"/>
                <a:cs typeface="Times New Roman Bold"/>
                <a:sym typeface="Times New Roman Bold"/>
              </a:rPr>
              <a:t>Student 2 - Name:</a:t>
            </a:r>
            <a:r>
              <a:rPr lang="en-US" sz="2249" dirty="0">
                <a:solidFill>
                  <a:srgbClr val="888888"/>
                </a:solidFill>
                <a:latin typeface="Times New Roman"/>
                <a:ea typeface="Times New Roman"/>
                <a:cs typeface="Times New Roman"/>
                <a:sym typeface="Times New Roman"/>
              </a:rPr>
              <a:t> Akshat Awasthi</a:t>
            </a:r>
          </a:p>
          <a:p>
            <a:pPr algn="r">
              <a:lnSpc>
                <a:spcPts val="2159"/>
              </a:lnSpc>
            </a:pPr>
            <a:endParaRPr lang="en-US" sz="2249" dirty="0">
              <a:solidFill>
                <a:srgbClr val="888888"/>
              </a:solidFill>
              <a:latin typeface="Times New Roman"/>
              <a:ea typeface="Times New Roman"/>
              <a:cs typeface="Times New Roman"/>
              <a:sym typeface="Times New Roman"/>
            </a:endParaRPr>
          </a:p>
        </p:txBody>
      </p:sp>
      <p:sp>
        <p:nvSpPr>
          <p:cNvPr id="6" name="TextBox 6"/>
          <p:cNvSpPr txBox="1"/>
          <p:nvPr/>
        </p:nvSpPr>
        <p:spPr>
          <a:xfrm>
            <a:off x="4946690" y="462617"/>
            <a:ext cx="9001165" cy="1690955"/>
          </a:xfrm>
          <a:prstGeom prst="rect">
            <a:avLst/>
          </a:prstGeom>
        </p:spPr>
        <p:txBody>
          <a:bodyPr lIns="0" tIns="0" rIns="0" bIns="0" rtlCol="0" anchor="t">
            <a:spAutoFit/>
          </a:bodyPr>
          <a:lstStyle/>
          <a:p>
            <a:pPr algn="ctr">
              <a:lnSpc>
                <a:spcPts val="3240"/>
              </a:lnSpc>
            </a:pPr>
            <a:r>
              <a:rPr lang="en-US" sz="2700" b="1">
                <a:solidFill>
                  <a:srgbClr val="000000"/>
                </a:solidFill>
                <a:latin typeface="Times New Roman Bold"/>
                <a:ea typeface="Times New Roman Bold"/>
                <a:cs typeface="Times New Roman Bold"/>
                <a:sym typeface="Times New Roman Bold"/>
              </a:rPr>
              <a:t>SRM INSTITUTE OF SCIENCE AND TECHNOLOGY </a:t>
            </a:r>
          </a:p>
          <a:p>
            <a:pPr algn="ctr">
              <a:lnSpc>
                <a:spcPts val="3240"/>
              </a:lnSpc>
            </a:pPr>
            <a:r>
              <a:rPr lang="en-US" sz="2700" b="1">
                <a:solidFill>
                  <a:srgbClr val="000000"/>
                </a:solidFill>
                <a:latin typeface="Times New Roman Bold"/>
                <a:ea typeface="Times New Roman Bold"/>
                <a:cs typeface="Times New Roman Bold"/>
                <a:sym typeface="Times New Roman Bold"/>
              </a:rPr>
              <a:t>SCHOOL OF COMPUTING</a:t>
            </a:r>
          </a:p>
          <a:p>
            <a:pPr algn="ctr">
              <a:lnSpc>
                <a:spcPts val="3240"/>
              </a:lnSpc>
            </a:pPr>
            <a:r>
              <a:rPr lang="en-US" sz="2700" b="1">
                <a:solidFill>
                  <a:srgbClr val="000000"/>
                </a:solidFill>
                <a:latin typeface="Times New Roman Bold"/>
                <a:ea typeface="Times New Roman Bold"/>
                <a:cs typeface="Times New Roman Bold"/>
                <a:sym typeface="Times New Roman Bold"/>
              </a:rPr>
              <a:t>DEPARTMENT OF COMPUTING TECHNOLOGIES</a:t>
            </a:r>
          </a:p>
          <a:p>
            <a:pPr algn="ctr">
              <a:lnSpc>
                <a:spcPts val="3240"/>
              </a:lnSpc>
            </a:pPr>
            <a:r>
              <a:rPr lang="en-US" sz="2700" b="1">
                <a:solidFill>
                  <a:srgbClr val="000000"/>
                </a:solidFill>
                <a:latin typeface="Times New Roman Bold"/>
                <a:ea typeface="Times New Roman Bold"/>
                <a:cs typeface="Times New Roman Bold"/>
                <a:sym typeface="Times New Roman Bold"/>
              </a:rPr>
              <a:t> 21CSP302L - MINOR PROJECT</a:t>
            </a:r>
          </a:p>
        </p:txBody>
      </p:sp>
      <p:sp>
        <p:nvSpPr>
          <p:cNvPr id="7" name="TextBox 7"/>
          <p:cNvSpPr txBox="1"/>
          <p:nvPr/>
        </p:nvSpPr>
        <p:spPr>
          <a:xfrm>
            <a:off x="1600200" y="6057900"/>
            <a:ext cx="5304620" cy="2713816"/>
          </a:xfrm>
          <a:prstGeom prst="rect">
            <a:avLst/>
          </a:prstGeom>
        </p:spPr>
        <p:txBody>
          <a:bodyPr lIns="0" tIns="0" rIns="0" bIns="0" rtlCol="0" anchor="t">
            <a:spAutoFit/>
          </a:bodyPr>
          <a:lstStyle/>
          <a:p>
            <a:pPr algn="just">
              <a:lnSpc>
                <a:spcPts val="3671"/>
              </a:lnSpc>
            </a:pPr>
            <a:r>
              <a:rPr lang="en-US" sz="2249" b="1" dirty="0">
                <a:solidFill>
                  <a:srgbClr val="888888"/>
                </a:solidFill>
                <a:latin typeface="Times New Roman Bold"/>
                <a:ea typeface="Times New Roman Bold"/>
                <a:cs typeface="Times New Roman Bold"/>
                <a:sym typeface="Times New Roman Bold"/>
              </a:rPr>
              <a:t>Guide name:</a:t>
            </a:r>
            <a:r>
              <a:rPr lang="en-US" sz="2249" dirty="0">
                <a:solidFill>
                  <a:srgbClr val="888888"/>
                </a:solidFill>
                <a:latin typeface="Times New Roman"/>
                <a:ea typeface="Times New Roman"/>
                <a:cs typeface="Times New Roman"/>
                <a:sym typeface="Times New Roman"/>
              </a:rPr>
              <a:t> Dr. Suganiya M</a:t>
            </a:r>
          </a:p>
          <a:p>
            <a:pPr algn="just">
              <a:lnSpc>
                <a:spcPts val="3671"/>
              </a:lnSpc>
            </a:pPr>
            <a:r>
              <a:rPr lang="en-US" sz="2249" b="1" dirty="0">
                <a:solidFill>
                  <a:srgbClr val="888888"/>
                </a:solidFill>
                <a:latin typeface="Times New Roman Bold"/>
                <a:ea typeface="Times New Roman Bold"/>
                <a:cs typeface="Times New Roman Bold"/>
                <a:sym typeface="Times New Roman Bold"/>
              </a:rPr>
              <a:t>Designation:</a:t>
            </a:r>
            <a:r>
              <a:rPr lang="en-US" sz="2249" dirty="0">
                <a:solidFill>
                  <a:srgbClr val="888888"/>
                </a:solidFill>
                <a:latin typeface="Times New Roman"/>
                <a:ea typeface="Times New Roman"/>
                <a:cs typeface="Times New Roman"/>
                <a:sym typeface="Times New Roman"/>
              </a:rPr>
              <a:t> Assistant Professor</a:t>
            </a:r>
          </a:p>
          <a:p>
            <a:pPr algn="just">
              <a:lnSpc>
                <a:spcPts val="3671"/>
              </a:lnSpc>
            </a:pPr>
            <a:r>
              <a:rPr lang="en-US" sz="2249" b="1" dirty="0">
                <a:solidFill>
                  <a:srgbClr val="888888"/>
                </a:solidFill>
                <a:latin typeface="Times New Roman Bold"/>
                <a:ea typeface="Times New Roman Bold"/>
                <a:cs typeface="Times New Roman Bold"/>
                <a:sym typeface="Times New Roman Bold"/>
              </a:rPr>
              <a:t>Department:</a:t>
            </a:r>
            <a:r>
              <a:rPr lang="en-US" sz="2249" dirty="0">
                <a:solidFill>
                  <a:srgbClr val="888888"/>
                </a:solidFill>
                <a:latin typeface="Times New Roman"/>
                <a:ea typeface="Times New Roman"/>
                <a:cs typeface="Times New Roman"/>
                <a:sym typeface="Times New Roman"/>
              </a:rPr>
              <a:t> Computing Technologies, School of Computing, SRM Institute of Science and Technology, Kattankulathur Campus, Chennai</a:t>
            </a:r>
          </a:p>
        </p:txBody>
      </p:sp>
      <p:grpSp>
        <p:nvGrpSpPr>
          <p:cNvPr id="14" name="Group 5">
            <a:extLst>
              <a:ext uri="{FF2B5EF4-FFF2-40B4-BE49-F238E27FC236}">
                <a16:creationId xmlns:a16="http://schemas.microsoft.com/office/drawing/2014/main" id="{607EC45A-400F-9BEC-6650-36C72B55A156}"/>
              </a:ext>
            </a:extLst>
          </p:cNvPr>
          <p:cNvGrpSpPr/>
          <p:nvPr/>
        </p:nvGrpSpPr>
        <p:grpSpPr>
          <a:xfrm>
            <a:off x="762000" y="176156"/>
            <a:ext cx="2843064" cy="911833"/>
            <a:chOff x="0" y="0"/>
            <a:chExt cx="2805100" cy="855993"/>
          </a:xfrm>
        </p:grpSpPr>
        <p:sp>
          <p:nvSpPr>
            <p:cNvPr id="15" name="Freeform 6">
              <a:extLst>
                <a:ext uri="{FF2B5EF4-FFF2-40B4-BE49-F238E27FC236}">
                  <a16:creationId xmlns:a16="http://schemas.microsoft.com/office/drawing/2014/main" id="{37EA79BA-CA06-14C0-384B-FC11ACBB8852}"/>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grpSp>
        <p:nvGrpSpPr>
          <p:cNvPr id="16" name="Group 13">
            <a:extLst>
              <a:ext uri="{FF2B5EF4-FFF2-40B4-BE49-F238E27FC236}">
                <a16:creationId xmlns:a16="http://schemas.microsoft.com/office/drawing/2014/main" id="{84736134-218B-1DFF-659E-03A2DDD2329B}"/>
              </a:ext>
            </a:extLst>
          </p:cNvPr>
          <p:cNvGrpSpPr/>
          <p:nvPr/>
        </p:nvGrpSpPr>
        <p:grpSpPr>
          <a:xfrm>
            <a:off x="15252991" y="169552"/>
            <a:ext cx="2310941" cy="1143846"/>
            <a:chOff x="0" y="0"/>
            <a:chExt cx="2280082" cy="1073798"/>
          </a:xfrm>
        </p:grpSpPr>
        <p:sp>
          <p:nvSpPr>
            <p:cNvPr id="17" name="Freeform 14" descr="icot 2023 Trifold Brochure_14.02.2023">
              <a:extLst>
                <a:ext uri="{FF2B5EF4-FFF2-40B4-BE49-F238E27FC236}">
                  <a16:creationId xmlns:a16="http://schemas.microsoft.com/office/drawing/2014/main" id="{4A7E3A73-1160-30C7-DD63-31D1520FB890}"/>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42875"/>
              <a:ext cx="11704320" cy="1768475"/>
            </a:xfrm>
            <a:prstGeom prst="rect">
              <a:avLst/>
            </a:prstGeom>
          </p:spPr>
          <p:txBody>
            <a:bodyPr lIns="0" tIns="0" rIns="0" bIns="0" rtlCol="0" anchor="ctr"/>
            <a:lstStyle/>
            <a:p>
              <a:pPr algn="ctr">
                <a:lnSpc>
                  <a:spcPts val="7919"/>
                </a:lnSpc>
              </a:pPr>
              <a:r>
                <a:rPr lang="en-US" sz="6599">
                  <a:solidFill>
                    <a:srgbClr val="000000"/>
                  </a:solidFill>
                  <a:latin typeface="Calibri (MS)"/>
                  <a:ea typeface="Calibri (MS)"/>
                  <a:cs typeface="Calibri (MS)"/>
                  <a:sym typeface="Calibri (MS)"/>
                </a:rPr>
                <a:t>   Abstract</a:t>
              </a:r>
            </a:p>
          </p:txBody>
        </p:sp>
      </p:grpSp>
      <p:sp>
        <p:nvSpPr>
          <p:cNvPr id="15" name="TextBox 15"/>
          <p:cNvSpPr txBox="1"/>
          <p:nvPr/>
        </p:nvSpPr>
        <p:spPr>
          <a:xfrm>
            <a:off x="3143250" y="2981325"/>
            <a:ext cx="12001500" cy="5386090"/>
          </a:xfrm>
          <a:prstGeom prst="rect">
            <a:avLst/>
          </a:prstGeom>
        </p:spPr>
        <p:txBody>
          <a:bodyPr lIns="0" tIns="0" rIns="0" bIns="0" rtlCol="0" anchor="t">
            <a:spAutoFit/>
          </a:bodyPr>
          <a:lstStyle/>
          <a:p>
            <a:pPr algn="just">
              <a:lnSpc>
                <a:spcPts val="3543"/>
              </a:lnSpc>
              <a:spcBef>
                <a:spcPct val="0"/>
              </a:spcBef>
            </a:pPr>
            <a:r>
              <a:rPr lang="en-US" sz="2953" dirty="0">
                <a:solidFill>
                  <a:srgbClr val="000000"/>
                </a:solidFill>
                <a:latin typeface="Times New Roman"/>
                <a:ea typeface="Times New Roman"/>
                <a:cs typeface="Times New Roman"/>
                <a:sym typeface="Times New Roman"/>
              </a:rPr>
              <a:t>Underwater rescue missions require fast, accurate detection and localization of targets in challenging visual environments. Leveraging multibeam sonar data, this work integrates advanced AI techniques with geometric methods to transform raw acoustic images into actionable intelligence. A lightweight YOLO-based model detects small, low-contrast objects in real time, while geometric localization converts image coordinates to precise spatial information. Target prioritization evaluates detection confidence and distance to highlight mission-critical objects. An intuitive interface presents these insights to operators, enhancing decision-making speed and effectiveness in deep-sea rescue scenarios. Unlike existing approaches, this system integrates detection, localization, and prioritization into a unified pipeline. </a:t>
            </a:r>
          </a:p>
          <a:p>
            <a:pPr algn="just">
              <a:lnSpc>
                <a:spcPts val="3543"/>
              </a:lnSpc>
              <a:spcBef>
                <a:spcPct val="0"/>
              </a:spcBef>
            </a:pPr>
            <a:endParaRPr lang="en-US" sz="2953" dirty="0">
              <a:solidFill>
                <a:srgbClr val="000000"/>
              </a:solidFill>
              <a:latin typeface="Times New Roman"/>
              <a:ea typeface="Times New Roman"/>
              <a:cs typeface="Times New Roman"/>
              <a:sym typeface="Times New Roman"/>
            </a:endParaRPr>
          </a:p>
        </p:txBody>
      </p:sp>
      <p:grpSp>
        <p:nvGrpSpPr>
          <p:cNvPr id="16" name="Group 5">
            <a:extLst>
              <a:ext uri="{FF2B5EF4-FFF2-40B4-BE49-F238E27FC236}">
                <a16:creationId xmlns:a16="http://schemas.microsoft.com/office/drawing/2014/main" id="{4EC8996C-AB15-8280-1461-963B9E3136F8}"/>
              </a:ext>
            </a:extLst>
          </p:cNvPr>
          <p:cNvGrpSpPr/>
          <p:nvPr/>
        </p:nvGrpSpPr>
        <p:grpSpPr>
          <a:xfrm>
            <a:off x="685800" y="702945"/>
            <a:ext cx="2958504" cy="902805"/>
            <a:chOff x="0" y="0"/>
            <a:chExt cx="2805100" cy="855993"/>
          </a:xfrm>
        </p:grpSpPr>
        <p:sp>
          <p:nvSpPr>
            <p:cNvPr id="17" name="Freeform 6">
              <a:extLst>
                <a:ext uri="{FF2B5EF4-FFF2-40B4-BE49-F238E27FC236}">
                  <a16:creationId xmlns:a16="http://schemas.microsoft.com/office/drawing/2014/main" id="{FE830E33-945E-5910-5297-24D78CC90DBD}"/>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grpSp>
        <p:nvGrpSpPr>
          <p:cNvPr id="18" name="Group 7">
            <a:extLst>
              <a:ext uri="{FF2B5EF4-FFF2-40B4-BE49-F238E27FC236}">
                <a16:creationId xmlns:a16="http://schemas.microsoft.com/office/drawing/2014/main" id="{F156CFB1-EA0B-641C-B979-88D8187DDCA2}"/>
              </a:ext>
            </a:extLst>
          </p:cNvPr>
          <p:cNvGrpSpPr/>
          <p:nvPr/>
        </p:nvGrpSpPr>
        <p:grpSpPr>
          <a:xfrm>
            <a:off x="914399" y="9441570"/>
            <a:ext cx="5257801" cy="640640"/>
            <a:chOff x="-1950720" y="-88132"/>
            <a:chExt cx="4985173" cy="607421"/>
          </a:xfrm>
        </p:grpSpPr>
        <p:sp>
          <p:nvSpPr>
            <p:cNvPr id="19" name="Freeform 8">
              <a:extLst>
                <a:ext uri="{FF2B5EF4-FFF2-40B4-BE49-F238E27FC236}">
                  <a16:creationId xmlns:a16="http://schemas.microsoft.com/office/drawing/2014/main" id="{B3123D6A-1880-0760-A67F-8932A68BAB1E}"/>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20" name="TextBox 9">
              <a:extLst>
                <a:ext uri="{FF2B5EF4-FFF2-40B4-BE49-F238E27FC236}">
                  <a16:creationId xmlns:a16="http://schemas.microsoft.com/office/drawing/2014/main" id="{148CD041-3EFF-388D-9178-782589CF469F}"/>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grpSp>
        <p:nvGrpSpPr>
          <p:cNvPr id="24" name="Group 13">
            <a:extLst>
              <a:ext uri="{FF2B5EF4-FFF2-40B4-BE49-F238E27FC236}">
                <a16:creationId xmlns:a16="http://schemas.microsoft.com/office/drawing/2014/main" id="{77B45F15-70BD-BB1A-C228-F946BAF9A0A7}"/>
              </a:ext>
            </a:extLst>
          </p:cNvPr>
          <p:cNvGrpSpPr/>
          <p:nvPr/>
        </p:nvGrpSpPr>
        <p:grpSpPr>
          <a:xfrm>
            <a:off x="15187594" y="697490"/>
            <a:ext cx="2404774" cy="1132521"/>
            <a:chOff x="0" y="0"/>
            <a:chExt cx="2280082" cy="1073798"/>
          </a:xfrm>
        </p:grpSpPr>
        <p:sp>
          <p:nvSpPr>
            <p:cNvPr id="25" name="Freeform 14" descr="icot 2023 Trifold Brochure_14.02.2023">
              <a:extLst>
                <a:ext uri="{FF2B5EF4-FFF2-40B4-BE49-F238E27FC236}">
                  <a16:creationId xmlns:a16="http://schemas.microsoft.com/office/drawing/2014/main" id="{8D282396-0E54-C5C6-A655-078F5D55995A}"/>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42875"/>
              <a:ext cx="11704320" cy="1768475"/>
            </a:xfrm>
            <a:prstGeom prst="rect">
              <a:avLst/>
            </a:prstGeom>
          </p:spPr>
          <p:txBody>
            <a:bodyPr lIns="0" tIns="0" rIns="0" bIns="0" rtlCol="0" anchor="ctr"/>
            <a:lstStyle/>
            <a:p>
              <a:pPr algn="ctr">
                <a:lnSpc>
                  <a:spcPts val="7919"/>
                </a:lnSpc>
              </a:pPr>
              <a:r>
                <a:rPr lang="en-US" sz="6599" dirty="0">
                  <a:solidFill>
                    <a:srgbClr val="000000"/>
                  </a:solidFill>
                  <a:latin typeface="Calibri (MS)"/>
                  <a:ea typeface="Calibri (MS)"/>
                  <a:cs typeface="Calibri (MS)"/>
                  <a:sym typeface="Calibri (MS)"/>
                </a:rPr>
                <a:t>   Problem Statement</a:t>
              </a:r>
            </a:p>
          </p:txBody>
        </p:sp>
      </p:grpSp>
      <p:grpSp>
        <p:nvGrpSpPr>
          <p:cNvPr id="15" name="Group 15"/>
          <p:cNvGrpSpPr/>
          <p:nvPr/>
        </p:nvGrpSpPr>
        <p:grpSpPr>
          <a:xfrm>
            <a:off x="3314700" y="2024396"/>
            <a:ext cx="12001500" cy="2244149"/>
            <a:chOff x="0" y="0"/>
            <a:chExt cx="3070578" cy="499298"/>
          </a:xfrm>
        </p:grpSpPr>
        <p:sp>
          <p:nvSpPr>
            <p:cNvPr id="16" name="Freeform 16"/>
            <p:cNvSpPr/>
            <p:nvPr/>
          </p:nvSpPr>
          <p:spPr>
            <a:xfrm>
              <a:off x="0" y="0"/>
              <a:ext cx="3070578" cy="499298"/>
            </a:xfrm>
            <a:custGeom>
              <a:avLst/>
              <a:gdLst/>
              <a:ahLst/>
              <a:cxnLst/>
              <a:rect l="l" t="t" r="r" b="b"/>
              <a:pathLst>
                <a:path w="3070578" h="499298">
                  <a:moveTo>
                    <a:pt x="0" y="0"/>
                  </a:moveTo>
                  <a:lnTo>
                    <a:pt x="3070578" y="0"/>
                  </a:lnTo>
                  <a:lnTo>
                    <a:pt x="3070578" y="499298"/>
                  </a:lnTo>
                  <a:lnTo>
                    <a:pt x="0" y="499298"/>
                  </a:lnTo>
                  <a:close/>
                </a:path>
              </a:pathLst>
            </a:custGeom>
            <a:solidFill>
              <a:srgbClr val="5CE1E6"/>
            </a:solidFill>
          </p:spPr>
          <p:txBody>
            <a:bodyPr/>
            <a:lstStyle/>
            <a:p>
              <a:endParaRPr lang="en-IN"/>
            </a:p>
          </p:txBody>
        </p:sp>
        <p:sp>
          <p:nvSpPr>
            <p:cNvPr id="17" name="TextBox 17"/>
            <p:cNvSpPr txBox="1"/>
            <p:nvPr/>
          </p:nvSpPr>
          <p:spPr>
            <a:xfrm>
              <a:off x="0" y="-38100"/>
              <a:ext cx="3070578" cy="537398"/>
            </a:xfrm>
            <a:prstGeom prst="rect">
              <a:avLst/>
            </a:prstGeom>
          </p:spPr>
          <p:txBody>
            <a:bodyPr lIns="50800" tIns="50800" rIns="50800" bIns="50800" rtlCol="0" anchor="ctr"/>
            <a:lstStyle/>
            <a:p>
              <a:pPr algn="ctr">
                <a:lnSpc>
                  <a:spcPts val="2160"/>
                </a:lnSpc>
              </a:pPr>
              <a:endParaRPr/>
            </a:p>
          </p:txBody>
        </p:sp>
      </p:grpSp>
      <p:grpSp>
        <p:nvGrpSpPr>
          <p:cNvPr id="18" name="Group 18"/>
          <p:cNvGrpSpPr/>
          <p:nvPr/>
        </p:nvGrpSpPr>
        <p:grpSpPr>
          <a:xfrm>
            <a:off x="2743202" y="4558017"/>
            <a:ext cx="6286502" cy="4687033"/>
            <a:chOff x="0" y="0"/>
            <a:chExt cx="1655704" cy="1234445"/>
          </a:xfrm>
        </p:grpSpPr>
        <p:sp>
          <p:nvSpPr>
            <p:cNvPr id="19" name="Freeform 19"/>
            <p:cNvSpPr/>
            <p:nvPr/>
          </p:nvSpPr>
          <p:spPr>
            <a:xfrm>
              <a:off x="0" y="0"/>
              <a:ext cx="1655704" cy="1234445"/>
            </a:xfrm>
            <a:custGeom>
              <a:avLst/>
              <a:gdLst/>
              <a:ahLst/>
              <a:cxnLst/>
              <a:rect l="l" t="t" r="r" b="b"/>
              <a:pathLst>
                <a:path w="1655704" h="1234445">
                  <a:moveTo>
                    <a:pt x="0" y="0"/>
                  </a:moveTo>
                  <a:lnTo>
                    <a:pt x="1655704" y="0"/>
                  </a:lnTo>
                  <a:lnTo>
                    <a:pt x="1655704" y="1234445"/>
                  </a:lnTo>
                  <a:lnTo>
                    <a:pt x="0" y="1234445"/>
                  </a:lnTo>
                  <a:close/>
                </a:path>
              </a:pathLst>
            </a:custGeom>
            <a:solidFill>
              <a:srgbClr val="FFEA00"/>
            </a:solidFill>
          </p:spPr>
          <p:txBody>
            <a:bodyPr/>
            <a:lstStyle/>
            <a:p>
              <a:endParaRPr lang="en-IN"/>
            </a:p>
          </p:txBody>
        </p:sp>
        <p:sp>
          <p:nvSpPr>
            <p:cNvPr id="20" name="TextBox 20"/>
            <p:cNvSpPr txBox="1"/>
            <p:nvPr/>
          </p:nvSpPr>
          <p:spPr>
            <a:xfrm>
              <a:off x="0" y="-38100"/>
              <a:ext cx="1655704" cy="1272545"/>
            </a:xfrm>
            <a:prstGeom prst="rect">
              <a:avLst/>
            </a:prstGeom>
          </p:spPr>
          <p:txBody>
            <a:bodyPr lIns="50800" tIns="50800" rIns="50800" bIns="50800" rtlCol="0" anchor="ctr"/>
            <a:lstStyle/>
            <a:p>
              <a:pPr algn="ctr">
                <a:lnSpc>
                  <a:spcPts val="2160"/>
                </a:lnSpc>
              </a:pPr>
              <a:endParaRPr/>
            </a:p>
          </p:txBody>
        </p:sp>
      </p:grpSp>
      <p:sp>
        <p:nvSpPr>
          <p:cNvPr id="21" name="TextBox 21"/>
          <p:cNvSpPr txBox="1"/>
          <p:nvPr/>
        </p:nvSpPr>
        <p:spPr>
          <a:xfrm>
            <a:off x="3569079" y="2141767"/>
            <a:ext cx="11149842" cy="2051844"/>
          </a:xfrm>
          <a:prstGeom prst="rect">
            <a:avLst/>
          </a:prstGeom>
        </p:spPr>
        <p:txBody>
          <a:bodyPr lIns="0" tIns="0" rIns="0" bIns="0" rtlCol="0" anchor="t">
            <a:spAutoFit/>
          </a:bodyPr>
          <a:lstStyle/>
          <a:p>
            <a:pPr algn="just">
              <a:lnSpc>
                <a:spcPts val="3206"/>
              </a:lnSpc>
              <a:spcBef>
                <a:spcPct val="0"/>
              </a:spcBef>
            </a:pPr>
            <a:r>
              <a:rPr lang="en-US" sz="2671" dirty="0">
                <a:solidFill>
                  <a:srgbClr val="000000"/>
                </a:solidFill>
                <a:latin typeface="Times New Roman"/>
                <a:ea typeface="Times New Roman"/>
                <a:cs typeface="Times New Roman"/>
                <a:sym typeface="Times New Roman"/>
              </a:rPr>
              <a:t>Deep-sea rescue operations depend on multibeam sonar due to poor underwater visibility. However, sonar images are noisy, low-contrast, and difficult to interpret. Operators must manually detect targets, estimate their location, and prioritize actions under severe time pressure. Existing systems lack integrated decision-support combining detection, localization, and prioritization.</a:t>
            </a:r>
          </a:p>
        </p:txBody>
      </p:sp>
      <p:sp>
        <p:nvSpPr>
          <p:cNvPr id="22" name="TextBox 22"/>
          <p:cNvSpPr txBox="1"/>
          <p:nvPr/>
        </p:nvSpPr>
        <p:spPr>
          <a:xfrm>
            <a:off x="2628900" y="4624690"/>
            <a:ext cx="6243233" cy="4448770"/>
          </a:xfrm>
          <a:prstGeom prst="rect">
            <a:avLst/>
          </a:prstGeom>
        </p:spPr>
        <p:txBody>
          <a:bodyPr lIns="0" tIns="0" rIns="0" bIns="0" rtlCol="0" anchor="t">
            <a:spAutoFit/>
          </a:bodyPr>
          <a:lstStyle/>
          <a:p>
            <a:pPr algn="just">
              <a:lnSpc>
                <a:spcPts val="3206"/>
              </a:lnSpc>
              <a:spcBef>
                <a:spcPct val="0"/>
              </a:spcBef>
            </a:pPr>
            <a:r>
              <a:rPr lang="en-US" sz="2671" b="1">
                <a:solidFill>
                  <a:srgbClr val="000000"/>
                </a:solidFill>
                <a:latin typeface="Times New Roman Bold"/>
                <a:ea typeface="Times New Roman Bold"/>
                <a:cs typeface="Times New Roman Bold"/>
                <a:sym typeface="Times New Roman Bold"/>
              </a:rPr>
              <a:t>      Background</a:t>
            </a:r>
          </a:p>
          <a:p>
            <a:pPr algn="just">
              <a:lnSpc>
                <a:spcPts val="3206"/>
              </a:lnSpc>
              <a:spcBef>
                <a:spcPct val="0"/>
              </a:spcBef>
            </a:pPr>
            <a:endParaRPr lang="en-US" sz="2671" b="1">
              <a:solidFill>
                <a:srgbClr val="000000"/>
              </a:solidFill>
              <a:latin typeface="Times New Roman Bold"/>
              <a:ea typeface="Times New Roman Bold"/>
              <a:cs typeface="Times New Roman Bold"/>
              <a:sym typeface="Times New Roman Bold"/>
            </a:endParaRP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Optical sensing fails at depth; MFLS is the primary modality.</a:t>
            </a: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Sonar imagery contains speckle noise and acoustic artifacts.</a:t>
            </a: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Current systems provide raw data without intelligent decision support.</a:t>
            </a: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Existing research focuses mainly on detection accuracy, not rescue integration.</a:t>
            </a:r>
          </a:p>
        </p:txBody>
      </p:sp>
      <p:grpSp>
        <p:nvGrpSpPr>
          <p:cNvPr id="23" name="Group 23"/>
          <p:cNvGrpSpPr/>
          <p:nvPr/>
        </p:nvGrpSpPr>
        <p:grpSpPr>
          <a:xfrm>
            <a:off x="9388225" y="4558017"/>
            <a:ext cx="6286502" cy="3899177"/>
            <a:chOff x="0" y="0"/>
            <a:chExt cx="1655704" cy="1026944"/>
          </a:xfrm>
        </p:grpSpPr>
        <p:sp>
          <p:nvSpPr>
            <p:cNvPr id="24" name="Freeform 24"/>
            <p:cNvSpPr/>
            <p:nvPr/>
          </p:nvSpPr>
          <p:spPr>
            <a:xfrm>
              <a:off x="0" y="0"/>
              <a:ext cx="1655704" cy="1026944"/>
            </a:xfrm>
            <a:custGeom>
              <a:avLst/>
              <a:gdLst/>
              <a:ahLst/>
              <a:cxnLst/>
              <a:rect l="l" t="t" r="r" b="b"/>
              <a:pathLst>
                <a:path w="1655704" h="1026944">
                  <a:moveTo>
                    <a:pt x="0" y="0"/>
                  </a:moveTo>
                  <a:lnTo>
                    <a:pt x="1655704" y="0"/>
                  </a:lnTo>
                  <a:lnTo>
                    <a:pt x="1655704" y="1026944"/>
                  </a:lnTo>
                  <a:lnTo>
                    <a:pt x="0" y="1026944"/>
                  </a:lnTo>
                  <a:close/>
                </a:path>
              </a:pathLst>
            </a:custGeom>
            <a:solidFill>
              <a:srgbClr val="E2A9F1"/>
            </a:solidFill>
          </p:spPr>
          <p:txBody>
            <a:bodyPr/>
            <a:lstStyle/>
            <a:p>
              <a:endParaRPr lang="en-IN"/>
            </a:p>
          </p:txBody>
        </p:sp>
        <p:sp>
          <p:nvSpPr>
            <p:cNvPr id="25" name="TextBox 25"/>
            <p:cNvSpPr txBox="1"/>
            <p:nvPr/>
          </p:nvSpPr>
          <p:spPr>
            <a:xfrm>
              <a:off x="0" y="-38100"/>
              <a:ext cx="1655704" cy="1065044"/>
            </a:xfrm>
            <a:prstGeom prst="rect">
              <a:avLst/>
            </a:prstGeom>
          </p:spPr>
          <p:txBody>
            <a:bodyPr lIns="50800" tIns="50800" rIns="50800" bIns="50800" rtlCol="0" anchor="ctr"/>
            <a:lstStyle/>
            <a:p>
              <a:pPr algn="ctr">
                <a:lnSpc>
                  <a:spcPts val="2160"/>
                </a:lnSpc>
              </a:pPr>
              <a:endParaRPr/>
            </a:p>
          </p:txBody>
        </p:sp>
      </p:grpSp>
      <p:sp>
        <p:nvSpPr>
          <p:cNvPr id="26" name="TextBox 26"/>
          <p:cNvSpPr txBox="1"/>
          <p:nvPr/>
        </p:nvSpPr>
        <p:spPr>
          <a:xfrm>
            <a:off x="9601196" y="4624690"/>
            <a:ext cx="5930817" cy="3645098"/>
          </a:xfrm>
          <a:prstGeom prst="rect">
            <a:avLst/>
          </a:prstGeom>
        </p:spPr>
        <p:txBody>
          <a:bodyPr lIns="0" tIns="0" rIns="0" bIns="0" rtlCol="0" anchor="t">
            <a:spAutoFit/>
          </a:bodyPr>
          <a:lstStyle/>
          <a:p>
            <a:pPr algn="just">
              <a:lnSpc>
                <a:spcPts val="3206"/>
              </a:lnSpc>
            </a:pPr>
            <a:r>
              <a:rPr lang="en-US" sz="2671" b="1">
                <a:solidFill>
                  <a:srgbClr val="000000"/>
                </a:solidFill>
                <a:latin typeface="Times New Roman Bold"/>
                <a:ea typeface="Times New Roman Bold"/>
                <a:cs typeface="Times New Roman Bold"/>
                <a:sym typeface="Times New Roman Bold"/>
              </a:rPr>
              <a:t>      Need for the Study</a:t>
            </a:r>
          </a:p>
          <a:p>
            <a:pPr algn="just">
              <a:lnSpc>
                <a:spcPts val="3206"/>
              </a:lnSpc>
            </a:pPr>
            <a:endParaRPr lang="en-US" sz="2671" b="1">
              <a:solidFill>
                <a:srgbClr val="000000"/>
              </a:solidFill>
              <a:latin typeface="Times New Roman Bold"/>
              <a:ea typeface="Times New Roman Bold"/>
              <a:cs typeface="Times New Roman Bold"/>
              <a:sym typeface="Times New Roman Bold"/>
            </a:endParaRP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Reduce operator cognitive load</a:t>
            </a: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Enable automatic detection of human &amp; critical targets</a:t>
            </a: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Provide range and bearing estimation</a:t>
            </a: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Prioritize targets based on urgency</a:t>
            </a:r>
          </a:p>
          <a:p>
            <a:pPr marL="576857" lvl="1" indent="-288429" algn="l">
              <a:lnSpc>
                <a:spcPts val="3206"/>
              </a:lnSpc>
              <a:buFont typeface="Arial"/>
              <a:buChar char="•"/>
            </a:pPr>
            <a:r>
              <a:rPr lang="en-US" sz="2671">
                <a:solidFill>
                  <a:srgbClr val="000000"/>
                </a:solidFill>
                <a:latin typeface="Times New Roman"/>
                <a:ea typeface="Times New Roman"/>
                <a:cs typeface="Times New Roman"/>
                <a:sym typeface="Times New Roman"/>
              </a:rPr>
              <a:t>Transform raw sonar data into actionable rescue intelligence</a:t>
            </a:r>
          </a:p>
        </p:txBody>
      </p:sp>
      <p:grpSp>
        <p:nvGrpSpPr>
          <p:cNvPr id="27" name="Group 5">
            <a:extLst>
              <a:ext uri="{FF2B5EF4-FFF2-40B4-BE49-F238E27FC236}">
                <a16:creationId xmlns:a16="http://schemas.microsoft.com/office/drawing/2014/main" id="{68D9AB35-2099-3995-A09A-7E84FD40260D}"/>
              </a:ext>
            </a:extLst>
          </p:cNvPr>
          <p:cNvGrpSpPr/>
          <p:nvPr/>
        </p:nvGrpSpPr>
        <p:grpSpPr>
          <a:xfrm>
            <a:off x="685800" y="702945"/>
            <a:ext cx="2958504" cy="902805"/>
            <a:chOff x="0" y="0"/>
            <a:chExt cx="2805100" cy="855993"/>
          </a:xfrm>
        </p:grpSpPr>
        <p:sp>
          <p:nvSpPr>
            <p:cNvPr id="28" name="Freeform 6">
              <a:extLst>
                <a:ext uri="{FF2B5EF4-FFF2-40B4-BE49-F238E27FC236}">
                  <a16:creationId xmlns:a16="http://schemas.microsoft.com/office/drawing/2014/main" id="{8E6A4CA3-306A-0D93-6B88-8B16B62BD58B}"/>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grpSp>
        <p:nvGrpSpPr>
          <p:cNvPr id="35" name="Group 13">
            <a:extLst>
              <a:ext uri="{FF2B5EF4-FFF2-40B4-BE49-F238E27FC236}">
                <a16:creationId xmlns:a16="http://schemas.microsoft.com/office/drawing/2014/main" id="{1ECB01FA-4170-4018-D695-39873A822D5D}"/>
              </a:ext>
            </a:extLst>
          </p:cNvPr>
          <p:cNvGrpSpPr/>
          <p:nvPr/>
        </p:nvGrpSpPr>
        <p:grpSpPr>
          <a:xfrm>
            <a:off x="15187594" y="697490"/>
            <a:ext cx="2404774" cy="1132521"/>
            <a:chOff x="0" y="0"/>
            <a:chExt cx="2280082" cy="1073798"/>
          </a:xfrm>
        </p:grpSpPr>
        <p:sp>
          <p:nvSpPr>
            <p:cNvPr id="36" name="Freeform 14" descr="icot 2023 Trifold Brochure_14.02.2023">
              <a:extLst>
                <a:ext uri="{FF2B5EF4-FFF2-40B4-BE49-F238E27FC236}">
                  <a16:creationId xmlns:a16="http://schemas.microsoft.com/office/drawing/2014/main" id="{9ACB67F5-A3F8-9CB1-ECFA-5AEBA323EDD6}"/>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47" name="Group 7">
            <a:extLst>
              <a:ext uri="{FF2B5EF4-FFF2-40B4-BE49-F238E27FC236}">
                <a16:creationId xmlns:a16="http://schemas.microsoft.com/office/drawing/2014/main" id="{557D24CB-4B91-DCD7-430D-3EC1BA49178D}"/>
              </a:ext>
            </a:extLst>
          </p:cNvPr>
          <p:cNvGrpSpPr/>
          <p:nvPr/>
        </p:nvGrpSpPr>
        <p:grpSpPr>
          <a:xfrm>
            <a:off x="914399" y="9441570"/>
            <a:ext cx="5257801" cy="640640"/>
            <a:chOff x="-1950720" y="-88132"/>
            <a:chExt cx="4985173" cy="607421"/>
          </a:xfrm>
        </p:grpSpPr>
        <p:sp>
          <p:nvSpPr>
            <p:cNvPr id="48" name="Freeform 8">
              <a:extLst>
                <a:ext uri="{FF2B5EF4-FFF2-40B4-BE49-F238E27FC236}">
                  <a16:creationId xmlns:a16="http://schemas.microsoft.com/office/drawing/2014/main" id="{8F0DEEAA-CFAA-720B-5C8A-4A851005EC7C}"/>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49" name="TextBox 9">
              <a:extLst>
                <a:ext uri="{FF2B5EF4-FFF2-40B4-BE49-F238E27FC236}">
                  <a16:creationId xmlns:a16="http://schemas.microsoft.com/office/drawing/2014/main" id="{219C44BC-87F2-07A3-58B0-5E772F622D67}"/>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42875"/>
              <a:ext cx="11704320" cy="1768475"/>
            </a:xfrm>
            <a:prstGeom prst="rect">
              <a:avLst/>
            </a:prstGeom>
          </p:spPr>
          <p:txBody>
            <a:bodyPr lIns="0" tIns="0" rIns="0" bIns="0" rtlCol="0" anchor="ctr"/>
            <a:lstStyle/>
            <a:p>
              <a:pPr algn="ctr">
                <a:lnSpc>
                  <a:spcPts val="7919"/>
                </a:lnSpc>
              </a:pPr>
              <a:r>
                <a:rPr lang="en-US" sz="6599">
                  <a:solidFill>
                    <a:srgbClr val="000000"/>
                  </a:solidFill>
                  <a:latin typeface="Calibri (MS)"/>
                  <a:ea typeface="Calibri (MS)"/>
                  <a:cs typeface="Calibri (MS)"/>
                  <a:sym typeface="Calibri (MS)"/>
                </a:rPr>
                <a:t> Objectives</a:t>
              </a:r>
            </a:p>
          </p:txBody>
        </p:sp>
      </p:grpSp>
      <p:grpSp>
        <p:nvGrpSpPr>
          <p:cNvPr id="15" name="Group 15"/>
          <p:cNvGrpSpPr/>
          <p:nvPr/>
        </p:nvGrpSpPr>
        <p:grpSpPr>
          <a:xfrm>
            <a:off x="4086029" y="2719088"/>
            <a:ext cx="11208048" cy="1265489"/>
            <a:chOff x="0" y="0"/>
            <a:chExt cx="14944064" cy="1687319"/>
          </a:xfrm>
        </p:grpSpPr>
        <p:grpSp>
          <p:nvGrpSpPr>
            <p:cNvPr id="16" name="Group 16"/>
            <p:cNvGrpSpPr/>
            <p:nvPr/>
          </p:nvGrpSpPr>
          <p:grpSpPr>
            <a:xfrm>
              <a:off x="0" y="0"/>
              <a:ext cx="14944064" cy="1687319"/>
              <a:chOff x="0" y="0"/>
              <a:chExt cx="2951914" cy="333298"/>
            </a:xfrm>
          </p:grpSpPr>
          <p:sp>
            <p:nvSpPr>
              <p:cNvPr id="17" name="Freeform 17"/>
              <p:cNvSpPr/>
              <p:nvPr/>
            </p:nvSpPr>
            <p:spPr>
              <a:xfrm>
                <a:off x="0" y="0"/>
                <a:ext cx="2951914" cy="333298"/>
              </a:xfrm>
              <a:custGeom>
                <a:avLst/>
                <a:gdLst/>
                <a:ahLst/>
                <a:cxnLst/>
                <a:rect l="l" t="t" r="r" b="b"/>
                <a:pathLst>
                  <a:path w="2951914" h="333298">
                    <a:moveTo>
                      <a:pt x="0" y="0"/>
                    </a:moveTo>
                    <a:lnTo>
                      <a:pt x="2951914" y="0"/>
                    </a:lnTo>
                    <a:lnTo>
                      <a:pt x="2951914" y="333298"/>
                    </a:lnTo>
                    <a:lnTo>
                      <a:pt x="0" y="333298"/>
                    </a:lnTo>
                    <a:close/>
                  </a:path>
                </a:pathLst>
              </a:custGeom>
              <a:solidFill>
                <a:srgbClr val="5CE1E6"/>
              </a:solidFill>
            </p:spPr>
            <p:txBody>
              <a:bodyPr/>
              <a:lstStyle/>
              <a:p>
                <a:endParaRPr lang="en-IN"/>
              </a:p>
            </p:txBody>
          </p:sp>
          <p:sp>
            <p:nvSpPr>
              <p:cNvPr id="18" name="TextBox 18"/>
              <p:cNvSpPr txBox="1"/>
              <p:nvPr/>
            </p:nvSpPr>
            <p:spPr>
              <a:xfrm>
                <a:off x="0" y="-38100"/>
                <a:ext cx="2951914" cy="371398"/>
              </a:xfrm>
              <a:prstGeom prst="rect">
                <a:avLst/>
              </a:prstGeom>
            </p:spPr>
            <p:txBody>
              <a:bodyPr lIns="50800" tIns="50800" rIns="50800" bIns="50800" rtlCol="0" anchor="ctr"/>
              <a:lstStyle/>
              <a:p>
                <a:pPr algn="ctr">
                  <a:lnSpc>
                    <a:spcPts val="2160"/>
                  </a:lnSpc>
                </a:pPr>
                <a:endParaRPr/>
              </a:p>
            </p:txBody>
          </p:sp>
        </p:grpSp>
        <p:sp>
          <p:nvSpPr>
            <p:cNvPr id="19" name="TextBox 19"/>
            <p:cNvSpPr txBox="1"/>
            <p:nvPr/>
          </p:nvSpPr>
          <p:spPr>
            <a:xfrm>
              <a:off x="326064" y="279303"/>
              <a:ext cx="14291936" cy="1100137"/>
            </a:xfrm>
            <a:prstGeom prst="rect">
              <a:avLst/>
            </a:prstGeom>
          </p:spPr>
          <p:txBody>
            <a:bodyPr lIns="0" tIns="0" rIns="0" bIns="0" rtlCol="0" anchor="t">
              <a:spAutoFit/>
            </a:bodyPr>
            <a:lstStyle/>
            <a:p>
              <a:pPr algn="just">
                <a:lnSpc>
                  <a:spcPts val="3206"/>
                </a:lnSpc>
                <a:spcBef>
                  <a:spcPct val="0"/>
                </a:spcBef>
              </a:pPr>
              <a:r>
                <a:rPr lang="en-US" sz="2671" dirty="0">
                  <a:solidFill>
                    <a:srgbClr val="000000"/>
                  </a:solidFill>
                  <a:latin typeface="Times New Roman"/>
                  <a:ea typeface="Times New Roman"/>
                  <a:cs typeface="Times New Roman"/>
                  <a:sym typeface="Times New Roman"/>
                </a:rPr>
                <a:t>Develop a lightweight AI-based framework to accurately detect human and object targets in multibeam sonar imagery.</a:t>
              </a:r>
            </a:p>
          </p:txBody>
        </p:sp>
      </p:grpSp>
      <p:grpSp>
        <p:nvGrpSpPr>
          <p:cNvPr id="20" name="Group 20"/>
          <p:cNvGrpSpPr/>
          <p:nvPr/>
        </p:nvGrpSpPr>
        <p:grpSpPr>
          <a:xfrm>
            <a:off x="4086029" y="4533753"/>
            <a:ext cx="11208048" cy="1265489"/>
            <a:chOff x="0" y="0"/>
            <a:chExt cx="14944064" cy="1687319"/>
          </a:xfrm>
        </p:grpSpPr>
        <p:grpSp>
          <p:nvGrpSpPr>
            <p:cNvPr id="21" name="Group 21"/>
            <p:cNvGrpSpPr/>
            <p:nvPr/>
          </p:nvGrpSpPr>
          <p:grpSpPr>
            <a:xfrm>
              <a:off x="0" y="0"/>
              <a:ext cx="14944064" cy="1687319"/>
              <a:chOff x="0" y="0"/>
              <a:chExt cx="2951914" cy="333298"/>
            </a:xfrm>
          </p:grpSpPr>
          <p:sp>
            <p:nvSpPr>
              <p:cNvPr id="22" name="Freeform 22"/>
              <p:cNvSpPr/>
              <p:nvPr/>
            </p:nvSpPr>
            <p:spPr>
              <a:xfrm>
                <a:off x="0" y="0"/>
                <a:ext cx="2951914" cy="333298"/>
              </a:xfrm>
              <a:custGeom>
                <a:avLst/>
                <a:gdLst/>
                <a:ahLst/>
                <a:cxnLst/>
                <a:rect l="l" t="t" r="r" b="b"/>
                <a:pathLst>
                  <a:path w="2951914" h="333298">
                    <a:moveTo>
                      <a:pt x="0" y="0"/>
                    </a:moveTo>
                    <a:lnTo>
                      <a:pt x="2951914" y="0"/>
                    </a:lnTo>
                    <a:lnTo>
                      <a:pt x="2951914" y="333298"/>
                    </a:lnTo>
                    <a:lnTo>
                      <a:pt x="0" y="333298"/>
                    </a:lnTo>
                    <a:close/>
                  </a:path>
                </a:pathLst>
              </a:custGeom>
              <a:solidFill>
                <a:srgbClr val="5CE1E6"/>
              </a:solidFill>
            </p:spPr>
            <p:txBody>
              <a:bodyPr/>
              <a:lstStyle/>
              <a:p>
                <a:endParaRPr lang="en-IN"/>
              </a:p>
            </p:txBody>
          </p:sp>
          <p:sp>
            <p:nvSpPr>
              <p:cNvPr id="23" name="TextBox 23"/>
              <p:cNvSpPr txBox="1"/>
              <p:nvPr/>
            </p:nvSpPr>
            <p:spPr>
              <a:xfrm>
                <a:off x="0" y="-38100"/>
                <a:ext cx="2951914" cy="371398"/>
              </a:xfrm>
              <a:prstGeom prst="rect">
                <a:avLst/>
              </a:prstGeom>
            </p:spPr>
            <p:txBody>
              <a:bodyPr lIns="50800" tIns="50800" rIns="50800" bIns="50800" rtlCol="0" anchor="ctr"/>
              <a:lstStyle/>
              <a:p>
                <a:pPr algn="ctr">
                  <a:lnSpc>
                    <a:spcPts val="2160"/>
                  </a:lnSpc>
                </a:pPr>
                <a:endParaRPr/>
              </a:p>
            </p:txBody>
          </p:sp>
        </p:grpSp>
        <p:sp>
          <p:nvSpPr>
            <p:cNvPr id="24" name="TextBox 24"/>
            <p:cNvSpPr txBox="1"/>
            <p:nvPr/>
          </p:nvSpPr>
          <p:spPr>
            <a:xfrm>
              <a:off x="326064" y="279303"/>
              <a:ext cx="14291936" cy="1100137"/>
            </a:xfrm>
            <a:prstGeom prst="rect">
              <a:avLst/>
            </a:prstGeom>
          </p:spPr>
          <p:txBody>
            <a:bodyPr lIns="0" tIns="0" rIns="0" bIns="0" rtlCol="0" anchor="t">
              <a:spAutoFit/>
            </a:bodyPr>
            <a:lstStyle/>
            <a:p>
              <a:pPr algn="just">
                <a:lnSpc>
                  <a:spcPts val="3206"/>
                </a:lnSpc>
                <a:spcBef>
                  <a:spcPct val="0"/>
                </a:spcBef>
              </a:pPr>
              <a:r>
                <a:rPr lang="en-US" sz="2671">
                  <a:solidFill>
                    <a:srgbClr val="000000"/>
                  </a:solidFill>
                  <a:latin typeface="Times New Roman"/>
                  <a:ea typeface="Times New Roman"/>
                  <a:cs typeface="Times New Roman"/>
                  <a:sym typeface="Times New Roman"/>
                </a:rPr>
                <a:t>Implement geometry-aware range and bearing estimation to localize detected targets relative to the sonar platform.</a:t>
              </a:r>
            </a:p>
          </p:txBody>
        </p:sp>
      </p:grpSp>
      <p:grpSp>
        <p:nvGrpSpPr>
          <p:cNvPr id="25" name="Group 25"/>
          <p:cNvGrpSpPr/>
          <p:nvPr/>
        </p:nvGrpSpPr>
        <p:grpSpPr>
          <a:xfrm>
            <a:off x="4086029" y="6348418"/>
            <a:ext cx="11208048" cy="1265489"/>
            <a:chOff x="0" y="0"/>
            <a:chExt cx="14944064" cy="1687319"/>
          </a:xfrm>
        </p:grpSpPr>
        <p:grpSp>
          <p:nvGrpSpPr>
            <p:cNvPr id="26" name="Group 26"/>
            <p:cNvGrpSpPr/>
            <p:nvPr/>
          </p:nvGrpSpPr>
          <p:grpSpPr>
            <a:xfrm>
              <a:off x="0" y="0"/>
              <a:ext cx="14944064" cy="1687319"/>
              <a:chOff x="0" y="0"/>
              <a:chExt cx="2951914" cy="333298"/>
            </a:xfrm>
          </p:grpSpPr>
          <p:sp>
            <p:nvSpPr>
              <p:cNvPr id="27" name="Freeform 27"/>
              <p:cNvSpPr/>
              <p:nvPr/>
            </p:nvSpPr>
            <p:spPr>
              <a:xfrm>
                <a:off x="0" y="0"/>
                <a:ext cx="2951914" cy="333298"/>
              </a:xfrm>
              <a:custGeom>
                <a:avLst/>
                <a:gdLst/>
                <a:ahLst/>
                <a:cxnLst/>
                <a:rect l="l" t="t" r="r" b="b"/>
                <a:pathLst>
                  <a:path w="2951914" h="333298">
                    <a:moveTo>
                      <a:pt x="0" y="0"/>
                    </a:moveTo>
                    <a:lnTo>
                      <a:pt x="2951914" y="0"/>
                    </a:lnTo>
                    <a:lnTo>
                      <a:pt x="2951914" y="333298"/>
                    </a:lnTo>
                    <a:lnTo>
                      <a:pt x="0" y="333298"/>
                    </a:lnTo>
                    <a:close/>
                  </a:path>
                </a:pathLst>
              </a:custGeom>
              <a:solidFill>
                <a:srgbClr val="5CE1E6"/>
              </a:solidFill>
            </p:spPr>
            <p:txBody>
              <a:bodyPr/>
              <a:lstStyle/>
              <a:p>
                <a:endParaRPr lang="en-IN"/>
              </a:p>
            </p:txBody>
          </p:sp>
          <p:sp>
            <p:nvSpPr>
              <p:cNvPr id="28" name="TextBox 28"/>
              <p:cNvSpPr txBox="1"/>
              <p:nvPr/>
            </p:nvSpPr>
            <p:spPr>
              <a:xfrm>
                <a:off x="0" y="-38100"/>
                <a:ext cx="2951914" cy="371398"/>
              </a:xfrm>
              <a:prstGeom prst="rect">
                <a:avLst/>
              </a:prstGeom>
            </p:spPr>
            <p:txBody>
              <a:bodyPr lIns="50800" tIns="50800" rIns="50800" bIns="50800" rtlCol="0" anchor="ctr"/>
              <a:lstStyle/>
              <a:p>
                <a:pPr algn="ctr">
                  <a:lnSpc>
                    <a:spcPts val="2160"/>
                  </a:lnSpc>
                </a:pPr>
                <a:endParaRPr/>
              </a:p>
            </p:txBody>
          </p:sp>
        </p:grpSp>
        <p:sp>
          <p:nvSpPr>
            <p:cNvPr id="29" name="TextBox 29"/>
            <p:cNvSpPr txBox="1"/>
            <p:nvPr/>
          </p:nvSpPr>
          <p:spPr>
            <a:xfrm>
              <a:off x="326064" y="279303"/>
              <a:ext cx="14291936" cy="1100137"/>
            </a:xfrm>
            <a:prstGeom prst="rect">
              <a:avLst/>
            </a:prstGeom>
          </p:spPr>
          <p:txBody>
            <a:bodyPr lIns="0" tIns="0" rIns="0" bIns="0" rtlCol="0" anchor="t">
              <a:spAutoFit/>
            </a:bodyPr>
            <a:lstStyle/>
            <a:p>
              <a:pPr algn="just">
                <a:lnSpc>
                  <a:spcPts val="3206"/>
                </a:lnSpc>
                <a:spcBef>
                  <a:spcPct val="0"/>
                </a:spcBef>
              </a:pPr>
              <a:r>
                <a:rPr lang="en-US" sz="2671">
                  <a:solidFill>
                    <a:srgbClr val="000000"/>
                  </a:solidFill>
                  <a:latin typeface="Times New Roman"/>
                  <a:ea typeface="Times New Roman"/>
                  <a:cs typeface="Times New Roman"/>
                  <a:sym typeface="Times New Roman"/>
                </a:rPr>
                <a:t>Design a confidence–proximity prioritization mechanism to rank targets and support rapid rescue decision-making.</a:t>
              </a:r>
            </a:p>
          </p:txBody>
        </p:sp>
      </p:grpSp>
      <p:sp>
        <p:nvSpPr>
          <p:cNvPr id="30" name="TextBox 30"/>
          <p:cNvSpPr txBox="1"/>
          <p:nvPr/>
        </p:nvSpPr>
        <p:spPr>
          <a:xfrm>
            <a:off x="3444815" y="2855789"/>
            <a:ext cx="324148" cy="877788"/>
          </a:xfrm>
          <a:prstGeom prst="rect">
            <a:avLst/>
          </a:prstGeom>
        </p:spPr>
        <p:txBody>
          <a:bodyPr lIns="0" tIns="0" rIns="0" bIns="0" rtlCol="0" anchor="t">
            <a:spAutoFit/>
          </a:bodyPr>
          <a:lstStyle/>
          <a:p>
            <a:pPr algn="ctr">
              <a:lnSpc>
                <a:spcPts val="6041"/>
              </a:lnSpc>
              <a:spcBef>
                <a:spcPct val="0"/>
              </a:spcBef>
            </a:pPr>
            <a:r>
              <a:rPr lang="en-US" sz="5034" b="1" dirty="0">
                <a:solidFill>
                  <a:srgbClr val="000000"/>
                </a:solidFill>
                <a:latin typeface="Calibri (MS) Bold"/>
                <a:ea typeface="Calibri (MS) Bold"/>
                <a:cs typeface="Calibri (MS) Bold"/>
                <a:sym typeface="Calibri (MS) Bold"/>
              </a:rPr>
              <a:t>1</a:t>
            </a:r>
          </a:p>
        </p:txBody>
      </p:sp>
      <p:sp>
        <p:nvSpPr>
          <p:cNvPr id="31" name="TextBox 31"/>
          <p:cNvSpPr txBox="1"/>
          <p:nvPr/>
        </p:nvSpPr>
        <p:spPr>
          <a:xfrm>
            <a:off x="3444815" y="4670453"/>
            <a:ext cx="324148" cy="877788"/>
          </a:xfrm>
          <a:prstGeom prst="rect">
            <a:avLst/>
          </a:prstGeom>
        </p:spPr>
        <p:txBody>
          <a:bodyPr lIns="0" tIns="0" rIns="0" bIns="0" rtlCol="0" anchor="t">
            <a:spAutoFit/>
          </a:bodyPr>
          <a:lstStyle/>
          <a:p>
            <a:pPr algn="ctr">
              <a:lnSpc>
                <a:spcPts val="6041"/>
              </a:lnSpc>
              <a:spcBef>
                <a:spcPct val="0"/>
              </a:spcBef>
            </a:pPr>
            <a:r>
              <a:rPr lang="en-US" sz="5034" b="1">
                <a:solidFill>
                  <a:srgbClr val="000000"/>
                </a:solidFill>
                <a:latin typeface="Calibri (MS) Bold"/>
                <a:ea typeface="Calibri (MS) Bold"/>
                <a:cs typeface="Calibri (MS) Bold"/>
                <a:sym typeface="Calibri (MS) Bold"/>
              </a:rPr>
              <a:t>2</a:t>
            </a:r>
          </a:p>
        </p:txBody>
      </p:sp>
      <p:sp>
        <p:nvSpPr>
          <p:cNvPr id="32" name="TextBox 32"/>
          <p:cNvSpPr txBox="1"/>
          <p:nvPr/>
        </p:nvSpPr>
        <p:spPr>
          <a:xfrm>
            <a:off x="3444815" y="6485118"/>
            <a:ext cx="324148" cy="877788"/>
          </a:xfrm>
          <a:prstGeom prst="rect">
            <a:avLst/>
          </a:prstGeom>
        </p:spPr>
        <p:txBody>
          <a:bodyPr lIns="0" tIns="0" rIns="0" bIns="0" rtlCol="0" anchor="t">
            <a:spAutoFit/>
          </a:bodyPr>
          <a:lstStyle/>
          <a:p>
            <a:pPr algn="ctr">
              <a:lnSpc>
                <a:spcPts val="6041"/>
              </a:lnSpc>
              <a:spcBef>
                <a:spcPct val="0"/>
              </a:spcBef>
            </a:pPr>
            <a:r>
              <a:rPr lang="en-US" sz="5034" b="1">
                <a:solidFill>
                  <a:srgbClr val="000000"/>
                </a:solidFill>
                <a:latin typeface="Calibri (MS) Bold"/>
                <a:ea typeface="Calibri (MS) Bold"/>
                <a:cs typeface="Calibri (MS) Bold"/>
                <a:sym typeface="Calibri (MS) Bold"/>
              </a:rPr>
              <a:t>3</a:t>
            </a:r>
          </a:p>
        </p:txBody>
      </p:sp>
      <p:grpSp>
        <p:nvGrpSpPr>
          <p:cNvPr id="33" name="Group 5">
            <a:extLst>
              <a:ext uri="{FF2B5EF4-FFF2-40B4-BE49-F238E27FC236}">
                <a16:creationId xmlns:a16="http://schemas.microsoft.com/office/drawing/2014/main" id="{86E16A5A-0457-6B52-B1DE-A634DAF45C48}"/>
              </a:ext>
            </a:extLst>
          </p:cNvPr>
          <p:cNvGrpSpPr/>
          <p:nvPr/>
        </p:nvGrpSpPr>
        <p:grpSpPr>
          <a:xfrm>
            <a:off x="685800" y="702945"/>
            <a:ext cx="2958504" cy="902805"/>
            <a:chOff x="0" y="0"/>
            <a:chExt cx="2805100" cy="855993"/>
          </a:xfrm>
        </p:grpSpPr>
        <p:sp>
          <p:nvSpPr>
            <p:cNvPr id="34" name="Freeform 6">
              <a:extLst>
                <a:ext uri="{FF2B5EF4-FFF2-40B4-BE49-F238E27FC236}">
                  <a16:creationId xmlns:a16="http://schemas.microsoft.com/office/drawing/2014/main" id="{B5784A88-56D2-E7B0-6624-CE74BE735D4A}"/>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36" name="Freeform 8">
            <a:extLst>
              <a:ext uri="{FF2B5EF4-FFF2-40B4-BE49-F238E27FC236}">
                <a16:creationId xmlns:a16="http://schemas.microsoft.com/office/drawing/2014/main" id="{B0DA66AF-B531-42E3-E0FD-791C86C7E246}"/>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41" name="Group 13">
            <a:extLst>
              <a:ext uri="{FF2B5EF4-FFF2-40B4-BE49-F238E27FC236}">
                <a16:creationId xmlns:a16="http://schemas.microsoft.com/office/drawing/2014/main" id="{27F44F2A-C264-D6EB-E802-1C9B2B9DE65D}"/>
              </a:ext>
            </a:extLst>
          </p:cNvPr>
          <p:cNvGrpSpPr/>
          <p:nvPr/>
        </p:nvGrpSpPr>
        <p:grpSpPr>
          <a:xfrm>
            <a:off x="15187594" y="697490"/>
            <a:ext cx="2404774" cy="1132521"/>
            <a:chOff x="0" y="0"/>
            <a:chExt cx="2280082" cy="1073798"/>
          </a:xfrm>
        </p:grpSpPr>
        <p:sp>
          <p:nvSpPr>
            <p:cNvPr id="42" name="Freeform 14" descr="icot 2023 Trifold Brochure_14.02.2023">
              <a:extLst>
                <a:ext uri="{FF2B5EF4-FFF2-40B4-BE49-F238E27FC236}">
                  <a16:creationId xmlns:a16="http://schemas.microsoft.com/office/drawing/2014/main" id="{237878BF-A180-23F5-E698-B9D8A41AA89E}"/>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43" name="Group 7">
            <a:extLst>
              <a:ext uri="{FF2B5EF4-FFF2-40B4-BE49-F238E27FC236}">
                <a16:creationId xmlns:a16="http://schemas.microsoft.com/office/drawing/2014/main" id="{7BAEC8BE-19C1-9F02-3A4A-4DA580520611}"/>
              </a:ext>
            </a:extLst>
          </p:cNvPr>
          <p:cNvGrpSpPr/>
          <p:nvPr/>
        </p:nvGrpSpPr>
        <p:grpSpPr>
          <a:xfrm>
            <a:off x="914399" y="9441570"/>
            <a:ext cx="5257801" cy="640640"/>
            <a:chOff x="-1950720" y="-88132"/>
            <a:chExt cx="4985173" cy="607421"/>
          </a:xfrm>
        </p:grpSpPr>
        <p:sp>
          <p:nvSpPr>
            <p:cNvPr id="44" name="Freeform 8">
              <a:extLst>
                <a:ext uri="{FF2B5EF4-FFF2-40B4-BE49-F238E27FC236}">
                  <a16:creationId xmlns:a16="http://schemas.microsoft.com/office/drawing/2014/main" id="{8ECADE18-6D47-5756-8D95-FE9DB59F6E5F}"/>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45" name="TextBox 9">
              <a:extLst>
                <a:ext uri="{FF2B5EF4-FFF2-40B4-BE49-F238E27FC236}">
                  <a16:creationId xmlns:a16="http://schemas.microsoft.com/office/drawing/2014/main" id="{6EC44E7F-AEA5-3BF3-551C-E341E91458A0}"/>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6E68FE12-7520-51FE-CF71-461A02AA9CBC}"/>
              </a:ext>
            </a:extLst>
          </p:cNvPr>
          <p:cNvGraphicFramePr>
            <a:graphicFrameLocks noGrp="1"/>
          </p:cNvGraphicFramePr>
          <p:nvPr>
            <p:extLst>
              <p:ext uri="{D42A27DB-BD31-4B8C-83A1-F6EECF244321}">
                <p14:modId xmlns:p14="http://schemas.microsoft.com/office/powerpoint/2010/main" val="2079098133"/>
              </p:ext>
            </p:extLst>
          </p:nvPr>
        </p:nvGraphicFramePr>
        <p:xfrm>
          <a:off x="1181099" y="1460821"/>
          <a:ext cx="15925801" cy="6461998"/>
        </p:xfrm>
        <a:graphic>
          <a:graphicData uri="http://schemas.openxmlformats.org/drawingml/2006/table">
            <a:tbl>
              <a:tblPr firstRow="1" bandRow="1">
                <a:tableStyleId>{5C22544A-7EE6-4342-B048-85BDC9FD1C3A}</a:tableStyleId>
              </a:tblPr>
              <a:tblGrid>
                <a:gridCol w="981920">
                  <a:extLst>
                    <a:ext uri="{9D8B030D-6E8A-4147-A177-3AD203B41FA5}">
                      <a16:colId xmlns:a16="http://schemas.microsoft.com/office/drawing/2014/main" val="3752971548"/>
                    </a:ext>
                  </a:extLst>
                </a:gridCol>
                <a:gridCol w="4600994">
                  <a:extLst>
                    <a:ext uri="{9D8B030D-6E8A-4147-A177-3AD203B41FA5}">
                      <a16:colId xmlns:a16="http://schemas.microsoft.com/office/drawing/2014/main" val="109631969"/>
                    </a:ext>
                  </a:extLst>
                </a:gridCol>
                <a:gridCol w="2131433">
                  <a:extLst>
                    <a:ext uri="{9D8B030D-6E8A-4147-A177-3AD203B41FA5}">
                      <a16:colId xmlns:a16="http://schemas.microsoft.com/office/drawing/2014/main" val="3991618091"/>
                    </a:ext>
                  </a:extLst>
                </a:gridCol>
                <a:gridCol w="2319935">
                  <a:extLst>
                    <a:ext uri="{9D8B030D-6E8A-4147-A177-3AD203B41FA5}">
                      <a16:colId xmlns:a16="http://schemas.microsoft.com/office/drawing/2014/main" val="2103012735"/>
                    </a:ext>
                  </a:extLst>
                </a:gridCol>
                <a:gridCol w="3154368">
                  <a:extLst>
                    <a:ext uri="{9D8B030D-6E8A-4147-A177-3AD203B41FA5}">
                      <a16:colId xmlns:a16="http://schemas.microsoft.com/office/drawing/2014/main" val="3153760922"/>
                    </a:ext>
                  </a:extLst>
                </a:gridCol>
                <a:gridCol w="2737151">
                  <a:extLst>
                    <a:ext uri="{9D8B030D-6E8A-4147-A177-3AD203B41FA5}">
                      <a16:colId xmlns:a16="http://schemas.microsoft.com/office/drawing/2014/main" val="42326081"/>
                    </a:ext>
                  </a:extLst>
                </a:gridCol>
              </a:tblGrid>
              <a:tr h="1006078">
                <a:tc>
                  <a:txBody>
                    <a:bodyPr/>
                    <a:lstStyle/>
                    <a:p>
                      <a:pPr algn="ctr">
                        <a:buNone/>
                      </a:pPr>
                      <a:r>
                        <a:rPr lang="en-IN" sz="2000" dirty="0">
                          <a:latin typeface="Times New Roman" panose="02020603050405020304" pitchFamily="18" charset="0"/>
                          <a:cs typeface="Times New Roman" panose="02020603050405020304" pitchFamily="18" charset="0"/>
                        </a:rPr>
                        <a:t>S. No.</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Objective</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Dataset Used</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Algorithm Used</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Research Gaps</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Key Inference &amp; Results</a:t>
                      </a:r>
                    </a:p>
                  </a:txBody>
                  <a:tcPr anchor="ctr"/>
                </a:tc>
                <a:extLst>
                  <a:ext uri="{0D108BD9-81ED-4DB2-BD59-A6C34878D82A}">
                    <a16:rowId xmlns:a16="http://schemas.microsoft.com/office/drawing/2014/main" val="3788285728"/>
                  </a:ext>
                </a:extLst>
              </a:tr>
              <a:tr h="1911548">
                <a:tc>
                  <a:txBody>
                    <a:bodyPr/>
                    <a:lstStyle/>
                    <a:p>
                      <a:pPr algn="ctr">
                        <a:buNone/>
                      </a:pPr>
                      <a:r>
                        <a:rPr lang="en-IN" sz="2000" dirty="0">
                          <a:latin typeface="Times New Roman" panose="02020603050405020304" pitchFamily="18" charset="0"/>
                          <a:cs typeface="Times New Roman" panose="02020603050405020304" pitchFamily="18" charset="0"/>
                        </a:rPr>
                        <a:t>1</a:t>
                      </a:r>
                    </a:p>
                  </a:txBody>
                  <a:tcPr anchor="ctr"/>
                </a:tc>
                <a:tc>
                  <a:txBody>
                    <a:bodyPr/>
                    <a:lstStyle/>
                    <a:p>
                      <a:pPr algn="just">
                        <a:buNone/>
                      </a:pPr>
                      <a:r>
                        <a:rPr lang="en-US" sz="2000" dirty="0">
                          <a:latin typeface="Times New Roman" panose="02020603050405020304" pitchFamily="18" charset="0"/>
                          <a:cs typeface="Times New Roman" panose="02020603050405020304" pitchFamily="18" charset="0"/>
                        </a:rPr>
                        <a:t>Propose first public MFLS sonar dataset for underwater object detection</a:t>
                      </a:r>
                    </a:p>
                  </a:txBody>
                  <a:tcPr anchor="ctr"/>
                </a:tc>
                <a:tc>
                  <a:txBody>
                    <a:bodyPr/>
                    <a:lstStyle/>
                    <a:p>
                      <a:pPr algn="just">
                        <a:buNone/>
                      </a:pPr>
                      <a:r>
                        <a:rPr lang="en-IN" sz="2000" dirty="0">
                          <a:latin typeface="Times New Roman" panose="02020603050405020304" pitchFamily="18" charset="0"/>
                          <a:cs typeface="Times New Roman" panose="02020603050405020304" pitchFamily="18" charset="0"/>
                        </a:rPr>
                        <a:t>UATD MFLS sonar dataset</a:t>
                      </a:r>
                    </a:p>
                  </a:txBody>
                  <a:tcPr anchor="ctr"/>
                </a:tc>
                <a:tc>
                  <a:txBody>
                    <a:bodyPr/>
                    <a:lstStyle/>
                    <a:p>
                      <a:pPr algn="just">
                        <a:buNone/>
                      </a:pPr>
                      <a:r>
                        <a:rPr lang="en-IN" sz="2000" dirty="0">
                          <a:latin typeface="Times New Roman" panose="02020603050405020304" pitchFamily="18" charset="0"/>
                          <a:cs typeface="Times New Roman" panose="02020603050405020304" pitchFamily="18" charset="0"/>
                        </a:rPr>
                        <a:t>YOLOv5 (baseline)</a:t>
                      </a:r>
                    </a:p>
                  </a:txBody>
                  <a:tcPr anchor="ctr"/>
                </a:tc>
                <a:tc>
                  <a:txBody>
                    <a:bodyPr/>
                    <a:lstStyle/>
                    <a:p>
                      <a:pPr algn="just">
                        <a:buNone/>
                      </a:pPr>
                      <a:r>
                        <a:rPr lang="en-US" sz="2000" dirty="0">
                          <a:latin typeface="Times New Roman" panose="02020603050405020304" pitchFamily="18" charset="0"/>
                          <a:cs typeface="Times New Roman" panose="02020603050405020304" pitchFamily="18" charset="0"/>
                        </a:rPr>
                        <a:t>Limited robustness testing in extreme noise and real-time deployment; small-object density not deeply analyzed</a:t>
                      </a:r>
                    </a:p>
                  </a:txBody>
                  <a:tcPr anchor="ctr"/>
                </a:tc>
                <a:tc>
                  <a:txBody>
                    <a:bodyPr/>
                    <a:lstStyle/>
                    <a:p>
                      <a:pPr algn="just">
                        <a:buNone/>
                      </a:pPr>
                      <a:r>
                        <a:rPr lang="en-US" sz="2000">
                          <a:latin typeface="Times New Roman" panose="02020603050405020304" pitchFamily="18" charset="0"/>
                          <a:cs typeface="Times New Roman" panose="02020603050405020304" pitchFamily="18" charset="0"/>
                        </a:rPr>
                        <a:t>Established benchmark metrics (mAP, precision) and created standard dataset foundation for sonar-based deep learning</a:t>
                      </a:r>
                    </a:p>
                  </a:txBody>
                  <a:tcPr anchor="ctr"/>
                </a:tc>
                <a:extLst>
                  <a:ext uri="{0D108BD9-81ED-4DB2-BD59-A6C34878D82A}">
                    <a16:rowId xmlns:a16="http://schemas.microsoft.com/office/drawing/2014/main" val="2508796892"/>
                  </a:ext>
                </a:extLst>
              </a:tr>
              <a:tr h="1911548">
                <a:tc>
                  <a:txBody>
                    <a:bodyPr/>
                    <a:lstStyle/>
                    <a:p>
                      <a:pPr algn="ctr">
                        <a:buNone/>
                      </a:pPr>
                      <a:r>
                        <a:rPr lang="en-IN" sz="2000" dirty="0">
                          <a:latin typeface="Times New Roman" panose="02020603050405020304" pitchFamily="18" charset="0"/>
                          <a:cs typeface="Times New Roman" panose="02020603050405020304" pitchFamily="18" charset="0"/>
                        </a:rPr>
                        <a:t>2</a:t>
                      </a:r>
                    </a:p>
                  </a:txBody>
                  <a:tcPr anchor="ctr"/>
                </a:tc>
                <a:tc>
                  <a:txBody>
                    <a:bodyPr/>
                    <a:lstStyle/>
                    <a:p>
                      <a:pPr algn="just">
                        <a:buNone/>
                      </a:pPr>
                      <a:r>
                        <a:rPr lang="en-US" sz="2000">
                          <a:latin typeface="Times New Roman" panose="02020603050405020304" pitchFamily="18" charset="0"/>
                          <a:cs typeface="Times New Roman" panose="02020603050405020304" pitchFamily="18" charset="0"/>
                        </a:rPr>
                        <a:t>Improve deep learning detection for sonar via attention and preprocessing</a:t>
                      </a:r>
                    </a:p>
                  </a:txBody>
                  <a:tcPr anchor="ctr"/>
                </a:tc>
                <a:tc>
                  <a:txBody>
                    <a:bodyPr/>
                    <a:lstStyle/>
                    <a:p>
                      <a:pPr algn="just">
                        <a:buNone/>
                      </a:pPr>
                      <a:r>
                        <a:rPr lang="en-IN" sz="2000">
                          <a:latin typeface="Times New Roman" panose="02020603050405020304" pitchFamily="18" charset="0"/>
                          <a:cs typeface="Times New Roman" panose="02020603050405020304" pitchFamily="18" charset="0"/>
                        </a:rPr>
                        <a:t>MFLS sonar images</a:t>
                      </a:r>
                    </a:p>
                  </a:txBody>
                  <a:tcPr anchor="ctr"/>
                </a:tc>
                <a:tc>
                  <a:txBody>
                    <a:bodyPr/>
                    <a:lstStyle/>
                    <a:p>
                      <a:pPr algn="just">
                        <a:buNone/>
                      </a:pPr>
                      <a:r>
                        <a:rPr lang="en-IN" sz="2000" dirty="0">
                          <a:latin typeface="Times New Roman" panose="02020603050405020304" pitchFamily="18" charset="0"/>
                          <a:cs typeface="Times New Roman" panose="02020603050405020304" pitchFamily="18" charset="0"/>
                        </a:rPr>
                        <a:t>Enhanced YOLO model</a:t>
                      </a:r>
                    </a:p>
                  </a:txBody>
                  <a:tcPr anchor="ctr"/>
                </a:tc>
                <a:tc>
                  <a:txBody>
                    <a:bodyPr/>
                    <a:lstStyle/>
                    <a:p>
                      <a:pPr algn="just">
                        <a:buNone/>
                      </a:pPr>
                      <a:r>
                        <a:rPr lang="en-US" sz="2000" dirty="0">
                          <a:latin typeface="Times New Roman" panose="02020603050405020304" pitchFamily="18" charset="0"/>
                          <a:cs typeface="Times New Roman" panose="02020603050405020304" pitchFamily="18" charset="0"/>
                        </a:rPr>
                        <a:t>Limited cross-dataset validation; performance under dynamic underwater conditions not fully evaluated</a:t>
                      </a:r>
                    </a:p>
                  </a:txBody>
                  <a:tcPr anchor="ctr"/>
                </a:tc>
                <a:tc>
                  <a:txBody>
                    <a:bodyPr/>
                    <a:lstStyle/>
                    <a:p>
                      <a:pPr algn="just">
                        <a:buNone/>
                      </a:pPr>
                      <a:r>
                        <a:rPr lang="en-US" sz="2000">
                          <a:latin typeface="Times New Roman" panose="02020603050405020304" pitchFamily="18" charset="0"/>
                          <a:cs typeface="Times New Roman" panose="02020603050405020304" pitchFamily="18" charset="0"/>
                        </a:rPr>
                        <a:t>Higher mAP and improved robustness to low contrast &amp; small objects; preprocessing boosts detection performance</a:t>
                      </a:r>
                    </a:p>
                  </a:txBody>
                  <a:tcPr anchor="ctr"/>
                </a:tc>
                <a:extLst>
                  <a:ext uri="{0D108BD9-81ED-4DB2-BD59-A6C34878D82A}">
                    <a16:rowId xmlns:a16="http://schemas.microsoft.com/office/drawing/2014/main" val="2086280180"/>
                  </a:ext>
                </a:extLst>
              </a:tr>
              <a:tr h="1609725">
                <a:tc>
                  <a:txBody>
                    <a:bodyPr/>
                    <a:lstStyle/>
                    <a:p>
                      <a:pPr algn="ctr">
                        <a:buNone/>
                      </a:pPr>
                      <a:r>
                        <a:rPr lang="en-IN" sz="2000" dirty="0">
                          <a:latin typeface="Times New Roman" panose="02020603050405020304" pitchFamily="18" charset="0"/>
                          <a:cs typeface="Times New Roman" panose="02020603050405020304" pitchFamily="18" charset="0"/>
                        </a:rPr>
                        <a:t>3</a:t>
                      </a:r>
                    </a:p>
                  </a:txBody>
                  <a:tcPr anchor="ctr"/>
                </a:tc>
                <a:tc>
                  <a:txBody>
                    <a:bodyPr/>
                    <a:lstStyle/>
                    <a:p>
                      <a:pPr algn="just">
                        <a:buNone/>
                      </a:pPr>
                      <a:r>
                        <a:rPr lang="en-US" sz="2000">
                          <a:latin typeface="Times New Roman" panose="02020603050405020304" pitchFamily="18" charset="0"/>
                          <a:cs typeface="Times New Roman" panose="02020603050405020304" pitchFamily="18" charset="0"/>
                        </a:rPr>
                        <a:t>Robust small-object detection in underwater images using YOLOv8</a:t>
                      </a:r>
                    </a:p>
                  </a:txBody>
                  <a:tcPr anchor="ctr"/>
                </a:tc>
                <a:tc>
                  <a:txBody>
                    <a:bodyPr/>
                    <a:lstStyle/>
                    <a:p>
                      <a:pPr algn="just">
                        <a:buNone/>
                      </a:pPr>
                      <a:r>
                        <a:rPr lang="en-IN" sz="2000">
                          <a:latin typeface="Times New Roman" panose="02020603050405020304" pitchFamily="18" charset="0"/>
                          <a:cs typeface="Times New Roman" panose="02020603050405020304" pitchFamily="18" charset="0"/>
                        </a:rPr>
                        <a:t>Custom underwater images</a:t>
                      </a:r>
                    </a:p>
                  </a:txBody>
                  <a:tcPr anchor="ctr"/>
                </a:tc>
                <a:tc>
                  <a:txBody>
                    <a:bodyPr/>
                    <a:lstStyle/>
                    <a:p>
                      <a:pPr algn="just">
                        <a:buNone/>
                      </a:pPr>
                      <a:r>
                        <a:rPr lang="en-IN" sz="2000" dirty="0" err="1">
                          <a:latin typeface="Times New Roman" panose="02020603050405020304" pitchFamily="18" charset="0"/>
                          <a:cs typeface="Times New Roman" panose="02020603050405020304" pitchFamily="18" charset="0"/>
                        </a:rPr>
                        <a:t>AquaYOLO</a:t>
                      </a:r>
                      <a:r>
                        <a:rPr lang="en-IN" sz="2000" dirty="0">
                          <a:latin typeface="Times New Roman" panose="02020603050405020304" pitchFamily="18" charset="0"/>
                          <a:cs typeface="Times New Roman" panose="02020603050405020304" pitchFamily="18" charset="0"/>
                        </a:rPr>
                        <a:t> (YOLOv8 enhanced)</a:t>
                      </a:r>
                    </a:p>
                  </a:txBody>
                  <a:tcPr anchor="ctr"/>
                </a:tc>
                <a:tc>
                  <a:txBody>
                    <a:bodyPr/>
                    <a:lstStyle/>
                    <a:p>
                      <a:pPr algn="just">
                        <a:buNone/>
                      </a:pPr>
                      <a:r>
                        <a:rPr lang="en-US" sz="2000" dirty="0">
                          <a:latin typeface="Times New Roman" panose="02020603050405020304" pitchFamily="18" charset="0"/>
                          <a:cs typeface="Times New Roman" panose="02020603050405020304" pitchFamily="18" charset="0"/>
                        </a:rPr>
                        <a:t>Large-scale validation missing; computational cost for embedded/real-time systems not addressed</a:t>
                      </a:r>
                    </a:p>
                  </a:txBody>
                  <a:tcPr anchor="ctr"/>
                </a:tc>
                <a:tc>
                  <a:txBody>
                    <a:bodyPr/>
                    <a:lstStyle/>
                    <a:p>
                      <a:pPr algn="just">
                        <a:buNone/>
                      </a:pPr>
                      <a:r>
                        <a:rPr lang="en-US" sz="2000" dirty="0">
                          <a:latin typeface="Times New Roman" panose="02020603050405020304" pitchFamily="18" charset="0"/>
                          <a:cs typeface="Times New Roman" panose="02020603050405020304" pitchFamily="18" charset="0"/>
                        </a:rPr>
                        <a:t>Accurate detection of small and low-contrast targets; validates YOLOv8 enhancements for UOD</a:t>
                      </a:r>
                    </a:p>
                  </a:txBody>
                  <a:tcPr anchor="ctr"/>
                </a:tc>
                <a:extLst>
                  <a:ext uri="{0D108BD9-81ED-4DB2-BD59-A6C34878D82A}">
                    <a16:rowId xmlns:a16="http://schemas.microsoft.com/office/drawing/2014/main" val="2302504098"/>
                  </a:ext>
                </a:extLst>
              </a:tr>
            </a:tbl>
          </a:graphicData>
        </a:graphic>
      </p:graphicFrame>
      <p:sp>
        <p:nvSpPr>
          <p:cNvPr id="20" name="TextBox 19">
            <a:extLst>
              <a:ext uri="{FF2B5EF4-FFF2-40B4-BE49-F238E27FC236}">
                <a16:creationId xmlns:a16="http://schemas.microsoft.com/office/drawing/2014/main" id="{CFAF1C35-1292-A1D5-0941-CF49338A47DF}"/>
              </a:ext>
            </a:extLst>
          </p:cNvPr>
          <p:cNvSpPr txBox="1"/>
          <p:nvPr/>
        </p:nvSpPr>
        <p:spPr>
          <a:xfrm>
            <a:off x="1181099" y="7993846"/>
            <a:ext cx="15011400" cy="1446550"/>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[1] Xie, J., et al. "A Dataset with Multibeam Forward-Looking Sonar for Underwater Object Detection." </a:t>
            </a:r>
            <a:r>
              <a:rPr lang="en-IN" sz="2200" i="1" dirty="0">
                <a:latin typeface="Times New Roman" panose="02020603050405020304" pitchFamily="18" charset="0"/>
                <a:cs typeface="Times New Roman" panose="02020603050405020304" pitchFamily="18" charset="0"/>
              </a:rPr>
              <a:t>Nature Scientific Data</a:t>
            </a:r>
            <a:r>
              <a:rPr lang="en-IN" sz="2200" dirty="0">
                <a:latin typeface="Times New Roman" panose="02020603050405020304" pitchFamily="18" charset="0"/>
                <a:cs typeface="Times New Roman" panose="02020603050405020304" pitchFamily="18" charset="0"/>
              </a:rPr>
              <a:t>, 2022.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[2] Ge, M., et al. "Advanced Deep Learning Framework for Underwater Object Detection with MFLS." </a:t>
            </a:r>
            <a:r>
              <a:rPr lang="en-IN" sz="2200" i="1" dirty="0">
                <a:latin typeface="Times New Roman" panose="02020603050405020304" pitchFamily="18" charset="0"/>
                <a:cs typeface="Times New Roman" panose="02020603050405020304" pitchFamily="18" charset="0"/>
              </a:rPr>
              <a:t>Remote Sensing</a:t>
            </a:r>
            <a:r>
              <a:rPr lang="en-IN" sz="2200" dirty="0">
                <a:latin typeface="Times New Roman" panose="02020603050405020304" pitchFamily="18" charset="0"/>
                <a:cs typeface="Times New Roman" panose="02020603050405020304" pitchFamily="18" charset="0"/>
              </a:rPr>
              <a:t>, 2024.</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[3] Zhang, Y., et al. "</a:t>
            </a:r>
            <a:r>
              <a:rPr lang="en-IN" sz="2200" dirty="0" err="1">
                <a:latin typeface="Times New Roman" panose="02020603050405020304" pitchFamily="18" charset="0"/>
                <a:cs typeface="Times New Roman" panose="02020603050405020304" pitchFamily="18" charset="0"/>
              </a:rPr>
              <a:t>AquaYOLO</a:t>
            </a:r>
            <a:r>
              <a:rPr lang="en-IN" sz="2200" dirty="0">
                <a:latin typeface="Times New Roman" panose="02020603050405020304" pitchFamily="18" charset="0"/>
                <a:cs typeface="Times New Roman" panose="02020603050405020304" pitchFamily="18" charset="0"/>
              </a:rPr>
              <a:t>: Enhancing YOLOv8 for Accurate Underwater Object Detection." </a:t>
            </a:r>
            <a:r>
              <a:rPr lang="en-IN" sz="2200" i="1" dirty="0">
                <a:latin typeface="Times New Roman" panose="02020603050405020304" pitchFamily="18" charset="0"/>
                <a:cs typeface="Times New Roman" panose="02020603050405020304" pitchFamily="18" charset="0"/>
              </a:rPr>
              <a:t>Sensors</a:t>
            </a:r>
            <a:r>
              <a:rPr lang="en-IN" sz="2200" dirty="0">
                <a:latin typeface="Times New Roman" panose="02020603050405020304" pitchFamily="18" charset="0"/>
                <a:cs typeface="Times New Roman" panose="02020603050405020304" pitchFamily="18" charset="0"/>
              </a:rPr>
              <a:t>, 2025.</a:t>
            </a:r>
          </a:p>
        </p:txBody>
      </p:sp>
      <p:grpSp>
        <p:nvGrpSpPr>
          <p:cNvPr id="16" name="Group 5">
            <a:extLst>
              <a:ext uri="{FF2B5EF4-FFF2-40B4-BE49-F238E27FC236}">
                <a16:creationId xmlns:a16="http://schemas.microsoft.com/office/drawing/2014/main" id="{85CFF384-9D8C-4F2B-80B5-B95D8D5C7B41}"/>
              </a:ext>
            </a:extLst>
          </p:cNvPr>
          <p:cNvGrpSpPr/>
          <p:nvPr/>
        </p:nvGrpSpPr>
        <p:grpSpPr>
          <a:xfrm>
            <a:off x="690770" y="395201"/>
            <a:ext cx="2958504" cy="902805"/>
            <a:chOff x="0" y="0"/>
            <a:chExt cx="2805100" cy="855993"/>
          </a:xfrm>
        </p:grpSpPr>
        <p:sp>
          <p:nvSpPr>
            <p:cNvPr id="17" name="Freeform 6">
              <a:extLst>
                <a:ext uri="{FF2B5EF4-FFF2-40B4-BE49-F238E27FC236}">
                  <a16:creationId xmlns:a16="http://schemas.microsoft.com/office/drawing/2014/main" id="{C74E037E-F7C1-3D71-8F25-F27CB1BDAA19}"/>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2"/>
              <a:stretch>
                <a:fillRect r="-1" b="-10568"/>
              </a:stretch>
            </a:blipFill>
          </p:spPr>
          <p:txBody>
            <a:bodyPr/>
            <a:lstStyle/>
            <a:p>
              <a:endParaRPr lang="en-IN"/>
            </a:p>
          </p:txBody>
        </p:sp>
      </p:grpSp>
      <p:sp>
        <p:nvSpPr>
          <p:cNvPr id="21" name="Freeform 8">
            <a:extLst>
              <a:ext uri="{FF2B5EF4-FFF2-40B4-BE49-F238E27FC236}">
                <a16:creationId xmlns:a16="http://schemas.microsoft.com/office/drawing/2014/main" id="{6B69F211-6F03-DD87-9F1A-AFB2FE90C748}"/>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3">
              <a:alphaModFix amt="0"/>
            </a:blip>
            <a:stretch>
              <a:fillRect t="-63860" b="-63860"/>
            </a:stretch>
          </a:blipFill>
        </p:spPr>
        <p:txBody>
          <a:bodyPr/>
          <a:lstStyle/>
          <a:p>
            <a:endParaRPr lang="en-IN"/>
          </a:p>
        </p:txBody>
      </p:sp>
      <p:sp>
        <p:nvSpPr>
          <p:cNvPr id="24" name="Freeform 11">
            <a:extLst>
              <a:ext uri="{FF2B5EF4-FFF2-40B4-BE49-F238E27FC236}">
                <a16:creationId xmlns:a16="http://schemas.microsoft.com/office/drawing/2014/main" id="{AA151AA3-F9EE-4343-C47F-BB5AC78106CB}"/>
              </a:ext>
            </a:extLst>
          </p:cNvPr>
          <p:cNvSpPr/>
          <p:nvPr/>
        </p:nvSpPr>
        <p:spPr>
          <a:xfrm>
            <a:off x="12115804" y="9534522"/>
            <a:ext cx="3200400" cy="547686"/>
          </a:xfrm>
          <a:custGeom>
            <a:avLst/>
            <a:gdLst/>
            <a:ahLst/>
            <a:cxnLst/>
            <a:rect l="l" t="t" r="r" b="b"/>
            <a:pathLst>
              <a:path w="3034453" h="519287">
                <a:moveTo>
                  <a:pt x="0" y="0"/>
                </a:moveTo>
                <a:lnTo>
                  <a:pt x="3034453" y="0"/>
                </a:lnTo>
                <a:lnTo>
                  <a:pt x="3034453" y="519287"/>
                </a:lnTo>
                <a:lnTo>
                  <a:pt x="0" y="519287"/>
                </a:lnTo>
                <a:close/>
              </a:path>
            </a:pathLst>
          </a:custGeom>
          <a:blipFill>
            <a:blip r:embed="rId3">
              <a:alphaModFix amt="0"/>
            </a:blip>
            <a:stretch>
              <a:fillRect t="-63860" b="-63860"/>
            </a:stretch>
          </a:blipFill>
        </p:spPr>
        <p:txBody>
          <a:bodyPr/>
          <a:lstStyle/>
          <a:p>
            <a:endParaRPr lang="en-IN"/>
          </a:p>
        </p:txBody>
      </p:sp>
      <p:grpSp>
        <p:nvGrpSpPr>
          <p:cNvPr id="26" name="Group 13">
            <a:extLst>
              <a:ext uri="{FF2B5EF4-FFF2-40B4-BE49-F238E27FC236}">
                <a16:creationId xmlns:a16="http://schemas.microsoft.com/office/drawing/2014/main" id="{6BA935C8-854F-622A-E6C0-95DCC5FB0E50}"/>
              </a:ext>
            </a:extLst>
          </p:cNvPr>
          <p:cNvGrpSpPr/>
          <p:nvPr/>
        </p:nvGrpSpPr>
        <p:grpSpPr>
          <a:xfrm>
            <a:off x="15316204" y="204792"/>
            <a:ext cx="2404720" cy="1132507"/>
            <a:chOff x="121941" y="-467151"/>
            <a:chExt cx="2280031" cy="1073785"/>
          </a:xfrm>
        </p:grpSpPr>
        <p:sp>
          <p:nvSpPr>
            <p:cNvPr id="27" name="Freeform 14" descr="icot 2023 Trifold Brochure_14.02.2023">
              <a:extLst>
                <a:ext uri="{FF2B5EF4-FFF2-40B4-BE49-F238E27FC236}">
                  <a16:creationId xmlns:a16="http://schemas.microsoft.com/office/drawing/2014/main" id="{390D28AB-6726-588F-1ACA-239C14761BBD}"/>
                </a:ext>
              </a:extLst>
            </p:cNvPr>
            <p:cNvSpPr/>
            <p:nvPr/>
          </p:nvSpPr>
          <p:spPr>
            <a:xfrm>
              <a:off x="121941" y="-467151"/>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dirty="0"/>
            </a:p>
          </p:txBody>
        </p:sp>
      </p:grpSp>
      <p:grpSp>
        <p:nvGrpSpPr>
          <p:cNvPr id="28" name="Group 2">
            <a:extLst>
              <a:ext uri="{FF2B5EF4-FFF2-40B4-BE49-F238E27FC236}">
                <a16:creationId xmlns:a16="http://schemas.microsoft.com/office/drawing/2014/main" id="{37E3F9FF-F306-5B32-5064-01D714155B58}"/>
              </a:ext>
            </a:extLst>
          </p:cNvPr>
          <p:cNvGrpSpPr/>
          <p:nvPr/>
        </p:nvGrpSpPr>
        <p:grpSpPr>
          <a:xfrm>
            <a:off x="2971800" y="-130789"/>
            <a:ext cx="12349316" cy="2257251"/>
            <a:chOff x="0" y="-514608"/>
            <a:chExt cx="11708981" cy="2140208"/>
          </a:xfrm>
        </p:grpSpPr>
        <p:sp>
          <p:nvSpPr>
            <p:cNvPr id="29" name="Freeform 3">
              <a:extLst>
                <a:ext uri="{FF2B5EF4-FFF2-40B4-BE49-F238E27FC236}">
                  <a16:creationId xmlns:a16="http://schemas.microsoft.com/office/drawing/2014/main" id="{E87ADD2B-4E34-7596-232E-4C44E658D755}"/>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3">
                <a:alphaModFix amt="0"/>
              </a:blip>
              <a:stretch>
                <a:fillRect t="-90292" b="-90292"/>
              </a:stretch>
            </a:blipFill>
          </p:spPr>
          <p:txBody>
            <a:bodyPr/>
            <a:lstStyle/>
            <a:p>
              <a:endParaRPr lang="en-IN"/>
            </a:p>
          </p:txBody>
        </p:sp>
        <p:sp>
          <p:nvSpPr>
            <p:cNvPr id="30" name="TextBox 4">
              <a:extLst>
                <a:ext uri="{FF2B5EF4-FFF2-40B4-BE49-F238E27FC236}">
                  <a16:creationId xmlns:a16="http://schemas.microsoft.com/office/drawing/2014/main" id="{DFECF5BD-9AE7-991F-C856-FC80F333886C}"/>
                </a:ext>
              </a:extLst>
            </p:cNvPr>
            <p:cNvSpPr txBox="1"/>
            <p:nvPr/>
          </p:nvSpPr>
          <p:spPr>
            <a:xfrm>
              <a:off x="4661" y="-514608"/>
              <a:ext cx="11704320" cy="1768475"/>
            </a:xfrm>
            <a:prstGeom prst="rect">
              <a:avLst/>
            </a:prstGeom>
          </p:spPr>
          <p:txBody>
            <a:bodyPr lIns="0" tIns="0" rIns="0" bIns="0" rtlCol="0" anchor="ctr"/>
            <a:lstStyle/>
            <a:p>
              <a:pPr algn="ctr">
                <a:lnSpc>
                  <a:spcPts val="7919"/>
                </a:lnSpc>
              </a:pPr>
              <a:r>
                <a:rPr lang="en-US" sz="6599" dirty="0">
                  <a:solidFill>
                    <a:srgbClr val="000000"/>
                  </a:solidFill>
                  <a:latin typeface="Calibri (MS)"/>
                  <a:ea typeface="Calibri (MS)"/>
                  <a:cs typeface="Calibri (MS)"/>
                  <a:sym typeface="Calibri (MS)"/>
                </a:rPr>
                <a:t>Literature Survey</a:t>
              </a:r>
            </a:p>
          </p:txBody>
        </p:sp>
      </p:grpSp>
      <p:grpSp>
        <p:nvGrpSpPr>
          <p:cNvPr id="31" name="Group 7">
            <a:extLst>
              <a:ext uri="{FF2B5EF4-FFF2-40B4-BE49-F238E27FC236}">
                <a16:creationId xmlns:a16="http://schemas.microsoft.com/office/drawing/2014/main" id="{F7696C20-95E8-ADBA-0347-EA6C4CE83DF6}"/>
              </a:ext>
            </a:extLst>
          </p:cNvPr>
          <p:cNvGrpSpPr/>
          <p:nvPr/>
        </p:nvGrpSpPr>
        <p:grpSpPr>
          <a:xfrm>
            <a:off x="914399" y="9441570"/>
            <a:ext cx="5257801" cy="640640"/>
            <a:chOff x="-1950720" y="-88132"/>
            <a:chExt cx="4985173" cy="607421"/>
          </a:xfrm>
        </p:grpSpPr>
        <p:sp>
          <p:nvSpPr>
            <p:cNvPr id="32" name="Freeform 8">
              <a:extLst>
                <a:ext uri="{FF2B5EF4-FFF2-40B4-BE49-F238E27FC236}">
                  <a16:creationId xmlns:a16="http://schemas.microsoft.com/office/drawing/2014/main" id="{69BE9A19-2830-846A-E230-FDBBEF6A342C}"/>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3">
                <a:alphaModFix amt="0"/>
              </a:blip>
              <a:stretch>
                <a:fillRect t="-63860" b="-63860"/>
              </a:stretch>
            </a:blipFill>
          </p:spPr>
          <p:txBody>
            <a:bodyPr/>
            <a:lstStyle/>
            <a:p>
              <a:endParaRPr lang="en-IN"/>
            </a:p>
          </p:txBody>
        </p:sp>
        <p:sp>
          <p:nvSpPr>
            <p:cNvPr id="33" name="TextBox 9">
              <a:extLst>
                <a:ext uri="{FF2B5EF4-FFF2-40B4-BE49-F238E27FC236}">
                  <a16:creationId xmlns:a16="http://schemas.microsoft.com/office/drawing/2014/main" id="{016DB541-4871-1921-4E85-DFDDE7904E53}"/>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aphicFrame>
        <p:nvGraphicFramePr>
          <p:cNvPr id="17" name="Table 16">
            <a:extLst>
              <a:ext uri="{FF2B5EF4-FFF2-40B4-BE49-F238E27FC236}">
                <a16:creationId xmlns:a16="http://schemas.microsoft.com/office/drawing/2014/main" id="{AD304AEF-9568-4EC8-EA10-DE3CE43CA6D5}"/>
              </a:ext>
            </a:extLst>
          </p:cNvPr>
          <p:cNvGraphicFramePr>
            <a:graphicFrameLocks noGrp="1"/>
          </p:cNvGraphicFramePr>
          <p:nvPr>
            <p:extLst>
              <p:ext uri="{D42A27DB-BD31-4B8C-83A1-F6EECF244321}">
                <p14:modId xmlns:p14="http://schemas.microsoft.com/office/powerpoint/2010/main" val="3206447597"/>
              </p:ext>
            </p:extLst>
          </p:nvPr>
        </p:nvGraphicFramePr>
        <p:xfrm>
          <a:off x="1181099" y="1549312"/>
          <a:ext cx="15925801" cy="6597014"/>
        </p:xfrm>
        <a:graphic>
          <a:graphicData uri="http://schemas.openxmlformats.org/drawingml/2006/table">
            <a:tbl>
              <a:tblPr firstRow="1" bandRow="1">
                <a:tableStyleId>{5C22544A-7EE6-4342-B048-85BDC9FD1C3A}</a:tableStyleId>
              </a:tblPr>
              <a:tblGrid>
                <a:gridCol w="981920">
                  <a:extLst>
                    <a:ext uri="{9D8B030D-6E8A-4147-A177-3AD203B41FA5}">
                      <a16:colId xmlns:a16="http://schemas.microsoft.com/office/drawing/2014/main" val="1381104851"/>
                    </a:ext>
                  </a:extLst>
                </a:gridCol>
                <a:gridCol w="4600994">
                  <a:extLst>
                    <a:ext uri="{9D8B030D-6E8A-4147-A177-3AD203B41FA5}">
                      <a16:colId xmlns:a16="http://schemas.microsoft.com/office/drawing/2014/main" val="2826333870"/>
                    </a:ext>
                  </a:extLst>
                </a:gridCol>
                <a:gridCol w="2131433">
                  <a:extLst>
                    <a:ext uri="{9D8B030D-6E8A-4147-A177-3AD203B41FA5}">
                      <a16:colId xmlns:a16="http://schemas.microsoft.com/office/drawing/2014/main" val="1020302048"/>
                    </a:ext>
                  </a:extLst>
                </a:gridCol>
                <a:gridCol w="2319935">
                  <a:extLst>
                    <a:ext uri="{9D8B030D-6E8A-4147-A177-3AD203B41FA5}">
                      <a16:colId xmlns:a16="http://schemas.microsoft.com/office/drawing/2014/main" val="4128605498"/>
                    </a:ext>
                  </a:extLst>
                </a:gridCol>
                <a:gridCol w="3154368">
                  <a:extLst>
                    <a:ext uri="{9D8B030D-6E8A-4147-A177-3AD203B41FA5}">
                      <a16:colId xmlns:a16="http://schemas.microsoft.com/office/drawing/2014/main" val="2502638779"/>
                    </a:ext>
                  </a:extLst>
                </a:gridCol>
                <a:gridCol w="2737151">
                  <a:extLst>
                    <a:ext uri="{9D8B030D-6E8A-4147-A177-3AD203B41FA5}">
                      <a16:colId xmlns:a16="http://schemas.microsoft.com/office/drawing/2014/main" val="1520436327"/>
                    </a:ext>
                  </a:extLst>
                </a:gridCol>
              </a:tblGrid>
              <a:tr h="1006078">
                <a:tc>
                  <a:txBody>
                    <a:bodyPr/>
                    <a:lstStyle/>
                    <a:p>
                      <a:pPr algn="ctr">
                        <a:buNone/>
                      </a:pPr>
                      <a:r>
                        <a:rPr lang="en-IN" sz="2000" dirty="0">
                          <a:latin typeface="Times New Roman" panose="02020603050405020304" pitchFamily="18" charset="0"/>
                          <a:cs typeface="Times New Roman" panose="02020603050405020304" pitchFamily="18" charset="0"/>
                        </a:rPr>
                        <a:t>S. No.</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Objective</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Dataset Used</a:t>
                      </a:r>
                    </a:p>
                  </a:txBody>
                  <a:tcPr anchor="ctr"/>
                </a:tc>
                <a:tc>
                  <a:txBody>
                    <a:bodyPr/>
                    <a:lstStyle/>
                    <a:p>
                      <a:pPr algn="ctr">
                        <a:buNone/>
                      </a:pPr>
                      <a:r>
                        <a:rPr lang="en-IN" sz="2000">
                          <a:latin typeface="Times New Roman" panose="02020603050405020304" pitchFamily="18" charset="0"/>
                          <a:cs typeface="Times New Roman" panose="02020603050405020304" pitchFamily="18" charset="0"/>
                        </a:rPr>
                        <a:t>Algorithm Used</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Research Gaps</a:t>
                      </a:r>
                    </a:p>
                  </a:txBody>
                  <a:tcPr anchor="ctr"/>
                </a:tc>
                <a:tc>
                  <a:txBody>
                    <a:bodyPr/>
                    <a:lstStyle/>
                    <a:p>
                      <a:pPr algn="ctr">
                        <a:buNone/>
                      </a:pPr>
                      <a:r>
                        <a:rPr lang="en-IN" sz="2000" dirty="0">
                          <a:latin typeface="Times New Roman" panose="02020603050405020304" pitchFamily="18" charset="0"/>
                          <a:cs typeface="Times New Roman" panose="02020603050405020304" pitchFamily="18" charset="0"/>
                        </a:rPr>
                        <a:t>Key Inference &amp; Results</a:t>
                      </a:r>
                    </a:p>
                  </a:txBody>
                  <a:tcPr anchor="ctr"/>
                </a:tc>
                <a:extLst>
                  <a:ext uri="{0D108BD9-81ED-4DB2-BD59-A6C34878D82A}">
                    <a16:rowId xmlns:a16="http://schemas.microsoft.com/office/drawing/2014/main" val="3610382540"/>
                  </a:ext>
                </a:extLst>
              </a:tr>
              <a:tr h="1911548">
                <a:tc>
                  <a:txBody>
                    <a:bodyPr/>
                    <a:lstStyle/>
                    <a:p>
                      <a:pPr algn="ctr">
                        <a:buNone/>
                      </a:pPr>
                      <a:r>
                        <a:rPr lang="en-IN" sz="2200" dirty="0">
                          <a:latin typeface="Times New Roman" panose="02020603050405020304" pitchFamily="18" charset="0"/>
                          <a:cs typeface="Times New Roman" panose="02020603050405020304" pitchFamily="18" charset="0"/>
                        </a:rPr>
                        <a:t>4</a:t>
                      </a:r>
                    </a:p>
                  </a:txBody>
                  <a:tcPr anchor="ctr"/>
                </a:tc>
                <a:tc>
                  <a:txBody>
                    <a:bodyPr/>
                    <a:lstStyle/>
                    <a:p>
                      <a:pPr algn="just">
                        <a:buNone/>
                      </a:pPr>
                      <a:r>
                        <a:rPr lang="en-US" sz="2200" dirty="0">
                          <a:latin typeface="Times New Roman" panose="02020603050405020304" pitchFamily="18" charset="0"/>
                          <a:cs typeface="Times New Roman" panose="02020603050405020304" pitchFamily="18" charset="0"/>
                        </a:rPr>
                        <a:t>Review architectures for underwater object detection and robustness</a:t>
                      </a:r>
                    </a:p>
                  </a:txBody>
                  <a:tcPr anchor="ctr"/>
                </a:tc>
                <a:tc>
                  <a:txBody>
                    <a:bodyPr/>
                    <a:lstStyle/>
                    <a:p>
                      <a:pPr algn="just">
                        <a:buNone/>
                      </a:pPr>
                      <a:r>
                        <a:rPr lang="en-IN" sz="2200" dirty="0">
                          <a:latin typeface="Times New Roman" panose="02020603050405020304" pitchFamily="18" charset="0"/>
                          <a:cs typeface="Times New Roman" panose="02020603050405020304" pitchFamily="18" charset="0"/>
                        </a:rPr>
                        <a:t>Various underwater datasets</a:t>
                      </a:r>
                    </a:p>
                  </a:txBody>
                  <a:tcPr anchor="ctr"/>
                </a:tc>
                <a:tc>
                  <a:txBody>
                    <a:bodyPr/>
                    <a:lstStyle/>
                    <a:p>
                      <a:pPr algn="just">
                        <a:buNone/>
                      </a:pPr>
                      <a:r>
                        <a:rPr lang="en-IN" sz="2200">
                          <a:latin typeface="Times New Roman" panose="02020603050405020304" pitchFamily="18" charset="0"/>
                          <a:cs typeface="Times New Roman" panose="02020603050405020304" pitchFamily="18" charset="0"/>
                        </a:rPr>
                        <a:t>Survey: YOLO, Faster-RCNN, SOTA</a:t>
                      </a:r>
                    </a:p>
                  </a:txBody>
                  <a:tcPr anchor="ctr"/>
                </a:tc>
                <a:tc>
                  <a:txBody>
                    <a:bodyPr/>
                    <a:lstStyle/>
                    <a:p>
                      <a:pPr algn="just">
                        <a:buNone/>
                      </a:pPr>
                      <a:r>
                        <a:rPr lang="en-US" sz="2200" dirty="0">
                          <a:latin typeface="Times New Roman" panose="02020603050405020304" pitchFamily="18" charset="0"/>
                          <a:cs typeface="Times New Roman" panose="02020603050405020304" pitchFamily="18" charset="0"/>
                        </a:rPr>
                        <a:t>No unified benchmark; limited discussion on deployment challenges</a:t>
                      </a:r>
                    </a:p>
                  </a:txBody>
                  <a:tcPr anchor="ctr"/>
                </a:tc>
                <a:tc>
                  <a:txBody>
                    <a:bodyPr/>
                    <a:lstStyle/>
                    <a:p>
                      <a:pPr algn="just">
                        <a:buNone/>
                      </a:pPr>
                      <a:r>
                        <a:rPr lang="en-US" sz="2200">
                          <a:latin typeface="Times New Roman" panose="02020603050405020304" pitchFamily="18" charset="0"/>
                          <a:cs typeface="Times New Roman" panose="02020603050405020304" pitchFamily="18" charset="0"/>
                        </a:rPr>
                        <a:t>Provides comparative analysis of architectures and highlights robustness challenges</a:t>
                      </a:r>
                    </a:p>
                  </a:txBody>
                  <a:tcPr anchor="ctr"/>
                </a:tc>
                <a:extLst>
                  <a:ext uri="{0D108BD9-81ED-4DB2-BD59-A6C34878D82A}">
                    <a16:rowId xmlns:a16="http://schemas.microsoft.com/office/drawing/2014/main" val="1925921452"/>
                  </a:ext>
                </a:extLst>
              </a:tr>
              <a:tr h="1911548">
                <a:tc>
                  <a:txBody>
                    <a:bodyPr/>
                    <a:lstStyle/>
                    <a:p>
                      <a:pPr algn="ctr">
                        <a:buNone/>
                      </a:pPr>
                      <a:r>
                        <a:rPr lang="en-IN" sz="2200" dirty="0">
                          <a:latin typeface="Times New Roman" panose="02020603050405020304" pitchFamily="18" charset="0"/>
                          <a:cs typeface="Times New Roman" panose="02020603050405020304" pitchFamily="18" charset="0"/>
                        </a:rPr>
                        <a:t>5</a:t>
                      </a:r>
                    </a:p>
                  </a:txBody>
                  <a:tcPr anchor="ctr"/>
                </a:tc>
                <a:tc>
                  <a:txBody>
                    <a:bodyPr/>
                    <a:lstStyle/>
                    <a:p>
                      <a:pPr algn="just">
                        <a:buNone/>
                      </a:pPr>
                      <a:r>
                        <a:rPr lang="en-US" sz="2200">
                          <a:latin typeface="Times New Roman" panose="02020603050405020304" pitchFamily="18" charset="0"/>
                          <a:cs typeface="Times New Roman" panose="02020603050405020304" pitchFamily="18" charset="0"/>
                        </a:rPr>
                        <a:t>Prioritization and range estimation in SAR (rescue) scenarios</a:t>
                      </a:r>
                    </a:p>
                  </a:txBody>
                  <a:tcPr anchor="ctr"/>
                </a:tc>
                <a:tc>
                  <a:txBody>
                    <a:bodyPr/>
                    <a:lstStyle/>
                    <a:p>
                      <a:pPr algn="just">
                        <a:buNone/>
                      </a:pPr>
                      <a:r>
                        <a:rPr lang="en-IN" sz="2200" dirty="0">
                          <a:latin typeface="Times New Roman" panose="02020603050405020304" pitchFamily="18" charset="0"/>
                          <a:cs typeface="Times New Roman" panose="02020603050405020304" pitchFamily="18" charset="0"/>
                        </a:rPr>
                        <a:t>Acoustic images for rescue simulations</a:t>
                      </a:r>
                    </a:p>
                  </a:txBody>
                  <a:tcPr anchor="ctr"/>
                </a:tc>
                <a:tc>
                  <a:txBody>
                    <a:bodyPr/>
                    <a:lstStyle/>
                    <a:p>
                      <a:pPr algn="just">
                        <a:buNone/>
                      </a:pPr>
                      <a:r>
                        <a:rPr lang="en-IN" sz="2200" dirty="0">
                          <a:latin typeface="Times New Roman" panose="02020603050405020304" pitchFamily="18" charset="0"/>
                          <a:cs typeface="Times New Roman" panose="02020603050405020304" pitchFamily="18" charset="0"/>
                        </a:rPr>
                        <a:t>Deep CNN + geometry/ranking</a:t>
                      </a:r>
                    </a:p>
                  </a:txBody>
                  <a:tcPr anchor="ctr"/>
                </a:tc>
                <a:tc>
                  <a:txBody>
                    <a:bodyPr/>
                    <a:lstStyle/>
                    <a:p>
                      <a:pPr algn="just">
                        <a:buNone/>
                      </a:pPr>
                      <a:r>
                        <a:rPr lang="en-US" sz="2200" dirty="0">
                          <a:latin typeface="Times New Roman" panose="02020603050405020304" pitchFamily="18" charset="0"/>
                          <a:cs typeface="Times New Roman" panose="02020603050405020304" pitchFamily="18" charset="0"/>
                        </a:rPr>
                        <a:t>Focused mainly on rescue use-case; lacks general underwater object detection benchmarking</a:t>
                      </a:r>
                    </a:p>
                  </a:txBody>
                  <a:tcPr anchor="ctr"/>
                </a:tc>
                <a:tc>
                  <a:txBody>
                    <a:bodyPr/>
                    <a:lstStyle/>
                    <a:p>
                      <a:pPr algn="just">
                        <a:buNone/>
                      </a:pPr>
                      <a:r>
                        <a:rPr lang="en-US" sz="2200" dirty="0">
                          <a:latin typeface="Times New Roman" panose="02020603050405020304" pitchFamily="18" charset="0"/>
                          <a:cs typeface="Times New Roman" panose="02020603050405020304" pitchFamily="18" charset="0"/>
                        </a:rPr>
                        <a:t>Provides actionable cues for rescue operations and improves operator prioritization</a:t>
                      </a:r>
                    </a:p>
                  </a:txBody>
                  <a:tcPr anchor="ctr"/>
                </a:tc>
                <a:extLst>
                  <a:ext uri="{0D108BD9-81ED-4DB2-BD59-A6C34878D82A}">
                    <a16:rowId xmlns:a16="http://schemas.microsoft.com/office/drawing/2014/main" val="790831480"/>
                  </a:ext>
                </a:extLst>
              </a:tr>
              <a:tr h="1609725">
                <a:tc>
                  <a:txBody>
                    <a:bodyPr/>
                    <a:lstStyle/>
                    <a:p>
                      <a:pPr algn="ctr">
                        <a:buNone/>
                      </a:pPr>
                      <a:r>
                        <a:rPr lang="en-IN" sz="2200" dirty="0">
                          <a:latin typeface="Times New Roman" panose="02020603050405020304" pitchFamily="18" charset="0"/>
                          <a:cs typeface="Times New Roman" panose="02020603050405020304" pitchFamily="18" charset="0"/>
                        </a:rPr>
                        <a:t>6</a:t>
                      </a:r>
                    </a:p>
                  </a:txBody>
                  <a:tcPr anchor="ctr"/>
                </a:tc>
                <a:tc>
                  <a:txBody>
                    <a:bodyPr/>
                    <a:lstStyle/>
                    <a:p>
                      <a:pPr algn="just">
                        <a:buNone/>
                      </a:pPr>
                      <a:r>
                        <a:rPr lang="en-US" sz="2200">
                          <a:latin typeface="Times New Roman" panose="02020603050405020304" pitchFamily="18" charset="0"/>
                          <a:cs typeface="Times New Roman" panose="02020603050405020304" pitchFamily="18" charset="0"/>
                        </a:rPr>
                        <a:t>Challenge review: datasets and advances in deep learning UOD</a:t>
                      </a:r>
                    </a:p>
                  </a:txBody>
                  <a:tcPr anchor="ctr"/>
                </a:tc>
                <a:tc>
                  <a:txBody>
                    <a:bodyPr/>
                    <a:lstStyle/>
                    <a:p>
                      <a:pPr algn="just">
                        <a:buNone/>
                      </a:pPr>
                      <a:r>
                        <a:rPr lang="en-IN" sz="2200">
                          <a:latin typeface="Times New Roman" panose="02020603050405020304" pitchFamily="18" charset="0"/>
                          <a:cs typeface="Times New Roman" panose="02020603050405020304" pitchFamily="18" charset="0"/>
                        </a:rPr>
                        <a:t>Public and custom datasets</a:t>
                      </a:r>
                    </a:p>
                  </a:txBody>
                  <a:tcPr anchor="ctr"/>
                </a:tc>
                <a:tc>
                  <a:txBody>
                    <a:bodyPr/>
                    <a:lstStyle/>
                    <a:p>
                      <a:pPr algn="just">
                        <a:buNone/>
                      </a:pPr>
                      <a:r>
                        <a:rPr lang="en-US" sz="2200">
                          <a:latin typeface="Times New Roman" panose="02020603050405020304" pitchFamily="18" charset="0"/>
                          <a:cs typeface="Times New Roman" panose="02020603050405020304" pitchFamily="18" charset="0"/>
                        </a:rPr>
                        <a:t>Deep CNN approaches, evaluation methods</a:t>
                      </a:r>
                    </a:p>
                  </a:txBody>
                  <a:tcPr anchor="ctr"/>
                </a:tc>
                <a:tc>
                  <a:txBody>
                    <a:bodyPr/>
                    <a:lstStyle/>
                    <a:p>
                      <a:pPr algn="just">
                        <a:buNone/>
                      </a:pPr>
                      <a:r>
                        <a:rPr lang="en-US" sz="2200">
                          <a:latin typeface="Times New Roman" panose="02020603050405020304" pitchFamily="18" charset="0"/>
                          <a:cs typeface="Times New Roman" panose="02020603050405020304" pitchFamily="18" charset="0"/>
                        </a:rPr>
                        <a:t>Dataset imbalance, small-object scarcity, and environmental noise remain unresolved</a:t>
                      </a:r>
                    </a:p>
                  </a:txBody>
                  <a:tcPr anchor="ctr"/>
                </a:tc>
                <a:tc>
                  <a:txBody>
                    <a:bodyPr/>
                    <a:lstStyle/>
                    <a:p>
                      <a:pPr algn="just">
                        <a:buNone/>
                      </a:pPr>
                      <a:r>
                        <a:rPr lang="en-US" sz="2200" dirty="0">
                          <a:latin typeface="Times New Roman" panose="02020603050405020304" pitchFamily="18" charset="0"/>
                          <a:cs typeface="Times New Roman" panose="02020603050405020304" pitchFamily="18" charset="0"/>
                        </a:rPr>
                        <a:t>Summarizes high-accuracy models, research gaps, benchmarking issues, and future directions</a:t>
                      </a:r>
                    </a:p>
                  </a:txBody>
                  <a:tcPr anchor="ctr"/>
                </a:tc>
                <a:extLst>
                  <a:ext uri="{0D108BD9-81ED-4DB2-BD59-A6C34878D82A}">
                    <a16:rowId xmlns:a16="http://schemas.microsoft.com/office/drawing/2014/main" val="3703716215"/>
                  </a:ext>
                </a:extLst>
              </a:tr>
            </a:tbl>
          </a:graphicData>
        </a:graphic>
      </p:graphicFrame>
      <p:sp>
        <p:nvSpPr>
          <p:cNvPr id="18" name="TextBox 17">
            <a:extLst>
              <a:ext uri="{FF2B5EF4-FFF2-40B4-BE49-F238E27FC236}">
                <a16:creationId xmlns:a16="http://schemas.microsoft.com/office/drawing/2014/main" id="{9DAD9AD9-ECF3-13C6-3287-F7661216EF05}"/>
              </a:ext>
            </a:extLst>
          </p:cNvPr>
          <p:cNvSpPr txBox="1"/>
          <p:nvPr/>
        </p:nvSpPr>
        <p:spPr>
          <a:xfrm>
            <a:off x="1181099" y="8186510"/>
            <a:ext cx="15278101" cy="1446550"/>
          </a:xfrm>
          <a:prstGeom prst="rect">
            <a:avLst/>
          </a:prstGeom>
          <a:noFill/>
        </p:spPr>
        <p:txBody>
          <a:bodyPr wrap="square" rtlCol="0">
            <a:spAutoFit/>
          </a:bodyPr>
          <a:lstStyle/>
          <a:p>
            <a:r>
              <a:rPr lang="en-IN" sz="2200" dirty="0">
                <a:latin typeface="Times New Roman" panose="02020603050405020304" pitchFamily="18" charset="0"/>
                <a:cs typeface="Times New Roman" panose="02020603050405020304" pitchFamily="18" charset="0"/>
              </a:rPr>
              <a:t>[4] Fayaz, R., et al. "Underwater Object Detection Architectures and Algorithms Review." </a:t>
            </a:r>
            <a:r>
              <a:rPr lang="en-IN" sz="2200" i="1" dirty="0">
                <a:latin typeface="Times New Roman" panose="02020603050405020304" pitchFamily="18" charset="0"/>
                <a:cs typeface="Times New Roman" panose="02020603050405020304" pitchFamily="18" charset="0"/>
              </a:rPr>
              <a:t>IEEE Access</a:t>
            </a:r>
            <a:r>
              <a:rPr lang="en-IN" sz="2200" dirty="0">
                <a:latin typeface="Times New Roman" panose="02020603050405020304" pitchFamily="18" charset="0"/>
                <a:cs typeface="Times New Roman" panose="02020603050405020304" pitchFamily="18" charset="0"/>
              </a:rPr>
              <a:t>, 2022.</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[5] Liu, H., et al. "Underwater Rescue Target Detection Based on Acoustic Images." </a:t>
            </a:r>
            <a:r>
              <a:rPr lang="en-IN" sz="2200" i="1" dirty="0">
                <a:latin typeface="Times New Roman" panose="02020603050405020304" pitchFamily="18" charset="0"/>
                <a:cs typeface="Times New Roman" panose="02020603050405020304" pitchFamily="18" charset="0"/>
              </a:rPr>
              <a:t>IEEE Transactions on Image Processing</a:t>
            </a:r>
            <a:r>
              <a:rPr lang="en-IN" sz="2200" dirty="0">
                <a:latin typeface="Times New Roman" panose="02020603050405020304" pitchFamily="18" charset="0"/>
                <a:cs typeface="Times New Roman" panose="02020603050405020304" pitchFamily="18" charset="0"/>
              </a:rPr>
              <a:t>, 2024.</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[6] Sui, Y., et al. "Research Challenges, Recent Advances, and Popular Datasets in Deep Learning-Based Underwater Marine Object Detection: A Review." </a:t>
            </a:r>
            <a:r>
              <a:rPr lang="en-IN" sz="2200" i="1" dirty="0">
                <a:latin typeface="Times New Roman" panose="02020603050405020304" pitchFamily="18" charset="0"/>
                <a:cs typeface="Times New Roman" panose="02020603050405020304" pitchFamily="18" charset="0"/>
              </a:rPr>
              <a:t>Frontiers in Marine Science</a:t>
            </a:r>
            <a:r>
              <a:rPr lang="en-IN" sz="2200" dirty="0">
                <a:latin typeface="Times New Roman" panose="02020603050405020304" pitchFamily="18" charset="0"/>
                <a:cs typeface="Times New Roman" panose="02020603050405020304" pitchFamily="18" charset="0"/>
              </a:rPr>
              <a:t>, 2023.</a:t>
            </a:r>
          </a:p>
        </p:txBody>
      </p:sp>
      <p:sp>
        <p:nvSpPr>
          <p:cNvPr id="16" name="TextBox 4">
            <a:extLst>
              <a:ext uri="{FF2B5EF4-FFF2-40B4-BE49-F238E27FC236}">
                <a16:creationId xmlns:a16="http://schemas.microsoft.com/office/drawing/2014/main" id="{64CE3E2D-CAA4-3AB3-253D-6DE76A19A313}"/>
              </a:ext>
            </a:extLst>
          </p:cNvPr>
          <p:cNvSpPr txBox="1"/>
          <p:nvPr/>
        </p:nvSpPr>
        <p:spPr>
          <a:xfrm>
            <a:off x="2976716" y="-130789"/>
            <a:ext cx="12344400" cy="1865189"/>
          </a:xfrm>
          <a:prstGeom prst="rect">
            <a:avLst/>
          </a:prstGeom>
        </p:spPr>
        <p:txBody>
          <a:bodyPr lIns="0" tIns="0" rIns="0" bIns="0" rtlCol="0" anchor="ctr"/>
          <a:lstStyle/>
          <a:p>
            <a:pPr algn="ctr">
              <a:lnSpc>
                <a:spcPts val="7919"/>
              </a:lnSpc>
            </a:pPr>
            <a:r>
              <a:rPr lang="en-US" sz="6599" dirty="0">
                <a:solidFill>
                  <a:srgbClr val="000000"/>
                </a:solidFill>
                <a:latin typeface="Calibri (MS)"/>
                <a:ea typeface="Calibri (MS)"/>
                <a:cs typeface="Calibri (MS)"/>
                <a:sym typeface="Calibri (MS)"/>
              </a:rPr>
              <a:t>Literature Survey</a:t>
            </a:r>
          </a:p>
        </p:txBody>
      </p:sp>
      <p:grpSp>
        <p:nvGrpSpPr>
          <p:cNvPr id="19" name="Group 5">
            <a:extLst>
              <a:ext uri="{FF2B5EF4-FFF2-40B4-BE49-F238E27FC236}">
                <a16:creationId xmlns:a16="http://schemas.microsoft.com/office/drawing/2014/main" id="{8543CAF7-E669-1D69-6751-6BF6DA543575}"/>
              </a:ext>
            </a:extLst>
          </p:cNvPr>
          <p:cNvGrpSpPr/>
          <p:nvPr/>
        </p:nvGrpSpPr>
        <p:grpSpPr>
          <a:xfrm>
            <a:off x="690770" y="395201"/>
            <a:ext cx="2958504" cy="902805"/>
            <a:chOff x="0" y="0"/>
            <a:chExt cx="2805100" cy="855993"/>
          </a:xfrm>
        </p:grpSpPr>
        <p:sp>
          <p:nvSpPr>
            <p:cNvPr id="20" name="Freeform 6">
              <a:extLst>
                <a:ext uri="{FF2B5EF4-FFF2-40B4-BE49-F238E27FC236}">
                  <a16:creationId xmlns:a16="http://schemas.microsoft.com/office/drawing/2014/main" id="{8D16575A-EE2B-3793-D5C9-FC7B46A1F46C}"/>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22" name="Freeform 8">
            <a:extLst>
              <a:ext uri="{FF2B5EF4-FFF2-40B4-BE49-F238E27FC236}">
                <a16:creationId xmlns:a16="http://schemas.microsoft.com/office/drawing/2014/main" id="{231B6DDD-F6A7-C5C5-9AB2-F8F687925796}"/>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27" name="Group 13">
            <a:extLst>
              <a:ext uri="{FF2B5EF4-FFF2-40B4-BE49-F238E27FC236}">
                <a16:creationId xmlns:a16="http://schemas.microsoft.com/office/drawing/2014/main" id="{DFFB366D-2456-12C2-7E16-BD6AEA548B1E}"/>
              </a:ext>
            </a:extLst>
          </p:cNvPr>
          <p:cNvGrpSpPr/>
          <p:nvPr/>
        </p:nvGrpSpPr>
        <p:grpSpPr>
          <a:xfrm>
            <a:off x="15316204" y="204792"/>
            <a:ext cx="2404720" cy="1132507"/>
            <a:chOff x="121941" y="-467151"/>
            <a:chExt cx="2280031" cy="1073785"/>
          </a:xfrm>
        </p:grpSpPr>
        <p:sp>
          <p:nvSpPr>
            <p:cNvPr id="28" name="Freeform 14" descr="icot 2023 Trifold Brochure_14.02.2023">
              <a:extLst>
                <a:ext uri="{FF2B5EF4-FFF2-40B4-BE49-F238E27FC236}">
                  <a16:creationId xmlns:a16="http://schemas.microsoft.com/office/drawing/2014/main" id="{FE85B708-39D8-01CD-4307-618D1F10A017}"/>
                </a:ext>
              </a:extLst>
            </p:cNvPr>
            <p:cNvSpPr/>
            <p:nvPr/>
          </p:nvSpPr>
          <p:spPr>
            <a:xfrm>
              <a:off x="121941" y="-467151"/>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dirty="0"/>
            </a:p>
          </p:txBody>
        </p:sp>
      </p:grpSp>
      <p:grpSp>
        <p:nvGrpSpPr>
          <p:cNvPr id="29" name="Group 7">
            <a:extLst>
              <a:ext uri="{FF2B5EF4-FFF2-40B4-BE49-F238E27FC236}">
                <a16:creationId xmlns:a16="http://schemas.microsoft.com/office/drawing/2014/main" id="{4D16E317-EAFC-58CF-613B-DCCF360DBBDD}"/>
              </a:ext>
            </a:extLst>
          </p:cNvPr>
          <p:cNvGrpSpPr/>
          <p:nvPr/>
        </p:nvGrpSpPr>
        <p:grpSpPr>
          <a:xfrm>
            <a:off x="914399" y="9441570"/>
            <a:ext cx="5257801" cy="640640"/>
            <a:chOff x="-1950720" y="-88132"/>
            <a:chExt cx="4985173" cy="607421"/>
          </a:xfrm>
        </p:grpSpPr>
        <p:sp>
          <p:nvSpPr>
            <p:cNvPr id="30" name="Freeform 8">
              <a:extLst>
                <a:ext uri="{FF2B5EF4-FFF2-40B4-BE49-F238E27FC236}">
                  <a16:creationId xmlns:a16="http://schemas.microsoft.com/office/drawing/2014/main" id="{1175CC38-E230-6A4C-8FE3-13188E5F1E07}"/>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31" name="TextBox 9">
              <a:extLst>
                <a:ext uri="{FF2B5EF4-FFF2-40B4-BE49-F238E27FC236}">
                  <a16:creationId xmlns:a16="http://schemas.microsoft.com/office/drawing/2014/main" id="{E069FB88-0B12-680C-894B-4F2377808EB2}"/>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a:solidFill>
                    <a:srgbClr val="000000"/>
                  </a:solidFill>
                  <a:latin typeface="Calibri (MS)"/>
                  <a:ea typeface="Calibri (MS)"/>
                  <a:cs typeface="Calibri (MS)"/>
                  <a:sym typeface="Calibri (MS)"/>
                </a:rPr>
                <a:t>    Proposed Methodology</a:t>
              </a:r>
            </a:p>
          </p:txBody>
        </p:sp>
      </p:grpSp>
      <p:grpSp>
        <p:nvGrpSpPr>
          <p:cNvPr id="5" name="Group 5"/>
          <p:cNvGrpSpPr/>
          <p:nvPr/>
        </p:nvGrpSpPr>
        <p:grpSpPr>
          <a:xfrm>
            <a:off x="990600" y="465500"/>
            <a:ext cx="2958504" cy="902805"/>
            <a:chOff x="0" y="0"/>
            <a:chExt cx="2805100" cy="855993"/>
          </a:xfrm>
        </p:grpSpPr>
        <p:sp>
          <p:nvSpPr>
            <p:cNvPr id="6" name="Freeform 6"/>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grpSp>
        <p:nvGrpSpPr>
          <p:cNvPr id="7" name="Group 7"/>
          <p:cNvGrpSpPr/>
          <p:nvPr/>
        </p:nvGrpSpPr>
        <p:grpSpPr>
          <a:xfrm>
            <a:off x="1219200" y="9326120"/>
            <a:ext cx="3200396" cy="547689"/>
            <a:chOff x="0" y="0"/>
            <a:chExt cx="3034449" cy="519290"/>
          </a:xfrm>
        </p:grpSpPr>
        <p:sp>
          <p:nvSpPr>
            <p:cNvPr id="8" name="Freeform 8"/>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9" name="TextBox 9"/>
            <p:cNvSpPr txBox="1"/>
            <p:nvPr/>
          </p:nvSpPr>
          <p:spPr>
            <a:xfrm>
              <a:off x="0" y="-38100"/>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grpSp>
        <p:nvGrpSpPr>
          <p:cNvPr id="10" name="Group 10"/>
          <p:cNvGrpSpPr/>
          <p:nvPr/>
        </p:nvGrpSpPr>
        <p:grpSpPr>
          <a:xfrm>
            <a:off x="12115804" y="9534522"/>
            <a:ext cx="3200396" cy="547688"/>
            <a:chOff x="0" y="0"/>
            <a:chExt cx="3034449" cy="519289"/>
          </a:xfrm>
        </p:grpSpPr>
        <p:sp>
          <p:nvSpPr>
            <p:cNvPr id="11" name="Freeform 11"/>
            <p:cNvSpPr/>
            <p:nvPr/>
          </p:nvSpPr>
          <p:spPr>
            <a:xfrm>
              <a:off x="0" y="0"/>
              <a:ext cx="3034453" cy="519287"/>
            </a:xfrm>
            <a:custGeom>
              <a:avLst/>
              <a:gdLst/>
              <a:ahLst/>
              <a:cxnLst/>
              <a:rect l="l" t="t" r="r" b="b"/>
              <a:pathLst>
                <a:path w="3034453" h="519287">
                  <a:moveTo>
                    <a:pt x="0" y="0"/>
                  </a:moveTo>
                  <a:lnTo>
                    <a:pt x="3034453" y="0"/>
                  </a:lnTo>
                  <a:lnTo>
                    <a:pt x="3034453" y="519287"/>
                  </a:lnTo>
                  <a:lnTo>
                    <a:pt x="0" y="519287"/>
                  </a:lnTo>
                  <a:close/>
                </a:path>
              </a:pathLst>
            </a:custGeom>
            <a:blipFill>
              <a:blip r:embed="rId2">
                <a:alphaModFix amt="0"/>
              </a:blip>
              <a:stretch>
                <a:fillRect t="-63860" b="-63860"/>
              </a:stretch>
            </a:blipFill>
          </p:spPr>
          <p:txBody>
            <a:bodyPr/>
            <a:lstStyle/>
            <a:p>
              <a:endParaRPr lang="en-IN"/>
            </a:p>
          </p:txBody>
        </p:sp>
        <p:sp>
          <p:nvSpPr>
            <p:cNvPr id="12" name="TextBox 12"/>
            <p:cNvSpPr txBox="1"/>
            <p:nvPr/>
          </p:nvSpPr>
          <p:spPr>
            <a:xfrm>
              <a:off x="0" y="-38100"/>
              <a:ext cx="3034449" cy="557389"/>
            </a:xfrm>
            <a:prstGeom prst="rect">
              <a:avLst/>
            </a:prstGeom>
          </p:spPr>
          <p:txBody>
            <a:bodyPr lIns="0" tIns="0" rIns="0" bIns="0" rtlCol="0" anchor="ctr"/>
            <a:lstStyle/>
            <a:p>
              <a:pPr algn="r">
                <a:lnSpc>
                  <a:spcPts val="2159"/>
                </a:lnSpc>
              </a:pPr>
              <a:endParaRPr lang="en-US" sz="1799" dirty="0">
                <a:solidFill>
                  <a:srgbClr val="888888"/>
                </a:solidFill>
                <a:latin typeface="Calibri (MS)"/>
                <a:ea typeface="Calibri (MS)"/>
                <a:cs typeface="Calibri (MS)"/>
                <a:sym typeface="Calibri (MS)"/>
              </a:endParaRPr>
            </a:p>
          </p:txBody>
        </p:sp>
      </p:grpSp>
      <p:grpSp>
        <p:nvGrpSpPr>
          <p:cNvPr id="13" name="Group 13"/>
          <p:cNvGrpSpPr/>
          <p:nvPr/>
        </p:nvGrpSpPr>
        <p:grpSpPr>
          <a:xfrm>
            <a:off x="14782800" y="427682"/>
            <a:ext cx="2404774" cy="1132521"/>
            <a:chOff x="0" y="0"/>
            <a:chExt cx="2280082" cy="1073798"/>
          </a:xfrm>
        </p:grpSpPr>
        <p:sp>
          <p:nvSpPr>
            <p:cNvPr id="14" name="Freeform 14" descr="icot 2023 Trifold Brochure_14.02.2023"/>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sp>
        <p:nvSpPr>
          <p:cNvPr id="15" name="TextBox 15"/>
          <p:cNvSpPr txBox="1"/>
          <p:nvPr/>
        </p:nvSpPr>
        <p:spPr>
          <a:xfrm>
            <a:off x="3314700" y="2725496"/>
            <a:ext cx="5315285" cy="4599980"/>
          </a:xfrm>
          <a:prstGeom prst="rect">
            <a:avLst/>
          </a:prstGeom>
        </p:spPr>
        <p:txBody>
          <a:bodyPr lIns="0" tIns="0" rIns="0" bIns="0" rtlCol="0" anchor="t">
            <a:spAutoFit/>
          </a:bodyPr>
          <a:lstStyle/>
          <a:p>
            <a:pPr algn="just">
              <a:lnSpc>
                <a:spcPts val="3172"/>
              </a:lnSpc>
            </a:pPr>
            <a:r>
              <a:rPr lang="en-US" sz="2643" b="1">
                <a:solidFill>
                  <a:srgbClr val="5170FF"/>
                </a:solidFill>
                <a:latin typeface="Times New Roman Bold"/>
                <a:ea typeface="Times New Roman Bold"/>
                <a:cs typeface="Times New Roman Bold"/>
                <a:sym typeface="Times New Roman Bold"/>
              </a:rPr>
              <a:t>Architecture/Framework</a:t>
            </a:r>
          </a:p>
          <a:p>
            <a:pPr algn="just">
              <a:lnSpc>
                <a:spcPts val="2834"/>
              </a:lnSpc>
            </a:pPr>
            <a:endParaRPr lang="en-US" sz="2643" b="1">
              <a:solidFill>
                <a:srgbClr val="5170FF"/>
              </a:solidFill>
              <a:latin typeface="Times New Roman Bold"/>
              <a:ea typeface="Times New Roman Bold"/>
              <a:cs typeface="Times New Roman Bold"/>
              <a:sym typeface="Times New Roman Bold"/>
            </a:endParaRPr>
          </a:p>
          <a:p>
            <a:pPr algn="just">
              <a:lnSpc>
                <a:spcPts val="2834"/>
              </a:lnSpc>
            </a:pPr>
            <a:r>
              <a:rPr lang="en-US" sz="2362" b="1">
                <a:solidFill>
                  <a:srgbClr val="000000"/>
                </a:solidFill>
                <a:latin typeface="Times New Roman Bold"/>
                <a:ea typeface="Times New Roman Bold"/>
                <a:cs typeface="Times New Roman Bold"/>
                <a:sym typeface="Times New Roman Bold"/>
              </a:rPr>
              <a:t>Five-Stage AI-Assisted Pipeline</a:t>
            </a:r>
          </a:p>
          <a:p>
            <a:pPr algn="just">
              <a:lnSpc>
                <a:spcPts val="2834"/>
              </a:lnSpc>
            </a:pPr>
            <a:endParaRPr lang="en-US" sz="2362" b="1">
              <a:solidFill>
                <a:srgbClr val="000000"/>
              </a:solidFill>
              <a:latin typeface="Times New Roman Bold"/>
              <a:ea typeface="Times New Roman Bold"/>
              <a:cs typeface="Times New Roman Bold"/>
              <a:sym typeface="Times New Roman Bold"/>
            </a:endParaRPr>
          </a:p>
          <a:p>
            <a:pPr algn="just">
              <a:lnSpc>
                <a:spcPts val="2834"/>
              </a:lnSpc>
              <a:spcBef>
                <a:spcPct val="0"/>
              </a:spcBef>
            </a:pPr>
            <a:r>
              <a:rPr lang="en-US" sz="2362">
                <a:solidFill>
                  <a:srgbClr val="000000"/>
                </a:solidFill>
                <a:latin typeface="Times New Roman"/>
                <a:ea typeface="Times New Roman"/>
                <a:cs typeface="Times New Roman"/>
                <a:sym typeface="Times New Roman"/>
              </a:rPr>
              <a:t>1. Sonar Data Acquisition (UATD Dataset)</a:t>
            </a:r>
          </a:p>
          <a:p>
            <a:pPr algn="just">
              <a:lnSpc>
                <a:spcPts val="2834"/>
              </a:lnSpc>
              <a:spcBef>
                <a:spcPct val="0"/>
              </a:spcBef>
            </a:pPr>
            <a:endParaRPr lang="en-US" sz="2362">
              <a:solidFill>
                <a:srgbClr val="000000"/>
              </a:solidFill>
              <a:latin typeface="Times New Roman"/>
              <a:ea typeface="Times New Roman"/>
              <a:cs typeface="Times New Roman"/>
              <a:sym typeface="Times New Roman"/>
            </a:endParaRPr>
          </a:p>
          <a:p>
            <a:pPr algn="just">
              <a:lnSpc>
                <a:spcPts val="2834"/>
              </a:lnSpc>
              <a:spcBef>
                <a:spcPct val="0"/>
              </a:spcBef>
            </a:pPr>
            <a:r>
              <a:rPr lang="en-US" sz="2362">
                <a:solidFill>
                  <a:srgbClr val="000000"/>
                </a:solidFill>
                <a:latin typeface="Times New Roman"/>
                <a:ea typeface="Times New Roman"/>
                <a:cs typeface="Times New Roman"/>
                <a:sym typeface="Times New Roman"/>
              </a:rPr>
              <a:t>2. Image Preprocessing &amp; Augmentation</a:t>
            </a:r>
          </a:p>
          <a:p>
            <a:pPr algn="just">
              <a:lnSpc>
                <a:spcPts val="2834"/>
              </a:lnSpc>
              <a:spcBef>
                <a:spcPct val="0"/>
              </a:spcBef>
            </a:pPr>
            <a:endParaRPr lang="en-US" sz="2362">
              <a:solidFill>
                <a:srgbClr val="000000"/>
              </a:solidFill>
              <a:latin typeface="Times New Roman"/>
              <a:ea typeface="Times New Roman"/>
              <a:cs typeface="Times New Roman"/>
              <a:sym typeface="Times New Roman"/>
            </a:endParaRPr>
          </a:p>
          <a:p>
            <a:pPr algn="just">
              <a:lnSpc>
                <a:spcPts val="2834"/>
              </a:lnSpc>
              <a:spcBef>
                <a:spcPct val="0"/>
              </a:spcBef>
            </a:pPr>
            <a:r>
              <a:rPr lang="en-US" sz="2362">
                <a:solidFill>
                  <a:srgbClr val="000000"/>
                </a:solidFill>
                <a:latin typeface="Times New Roman"/>
                <a:ea typeface="Times New Roman"/>
                <a:cs typeface="Times New Roman"/>
                <a:sym typeface="Times New Roman"/>
              </a:rPr>
              <a:t>3. YOLOv8-Based Target Detection</a:t>
            </a:r>
          </a:p>
          <a:p>
            <a:pPr algn="just">
              <a:lnSpc>
                <a:spcPts val="2834"/>
              </a:lnSpc>
              <a:spcBef>
                <a:spcPct val="0"/>
              </a:spcBef>
            </a:pPr>
            <a:endParaRPr lang="en-US" sz="2362">
              <a:solidFill>
                <a:srgbClr val="000000"/>
              </a:solidFill>
              <a:latin typeface="Times New Roman"/>
              <a:ea typeface="Times New Roman"/>
              <a:cs typeface="Times New Roman"/>
              <a:sym typeface="Times New Roman"/>
            </a:endParaRPr>
          </a:p>
          <a:p>
            <a:pPr algn="just">
              <a:lnSpc>
                <a:spcPts val="2834"/>
              </a:lnSpc>
              <a:spcBef>
                <a:spcPct val="0"/>
              </a:spcBef>
            </a:pPr>
            <a:r>
              <a:rPr lang="en-US" sz="2362">
                <a:solidFill>
                  <a:srgbClr val="000000"/>
                </a:solidFill>
                <a:latin typeface="Times New Roman"/>
                <a:ea typeface="Times New Roman"/>
                <a:cs typeface="Times New Roman"/>
                <a:sym typeface="Times New Roman"/>
              </a:rPr>
              <a:t>4. Geometry-Based Localization</a:t>
            </a:r>
          </a:p>
          <a:p>
            <a:pPr algn="just">
              <a:lnSpc>
                <a:spcPts val="2834"/>
              </a:lnSpc>
              <a:spcBef>
                <a:spcPct val="0"/>
              </a:spcBef>
            </a:pPr>
            <a:endParaRPr lang="en-US" sz="2362">
              <a:solidFill>
                <a:srgbClr val="000000"/>
              </a:solidFill>
              <a:latin typeface="Times New Roman"/>
              <a:ea typeface="Times New Roman"/>
              <a:cs typeface="Times New Roman"/>
              <a:sym typeface="Times New Roman"/>
            </a:endParaRPr>
          </a:p>
          <a:p>
            <a:pPr algn="just">
              <a:lnSpc>
                <a:spcPts val="2834"/>
              </a:lnSpc>
              <a:spcBef>
                <a:spcPct val="0"/>
              </a:spcBef>
            </a:pPr>
            <a:r>
              <a:rPr lang="en-US" sz="2362">
                <a:solidFill>
                  <a:srgbClr val="000000"/>
                </a:solidFill>
                <a:latin typeface="Times New Roman"/>
                <a:ea typeface="Times New Roman"/>
                <a:cs typeface="Times New Roman"/>
                <a:sym typeface="Times New Roman"/>
              </a:rPr>
              <a:t>5. Confidence-Distance Target Prioritization</a:t>
            </a:r>
          </a:p>
        </p:txBody>
      </p:sp>
      <p:sp>
        <p:nvSpPr>
          <p:cNvPr id="16" name="TextBox 16"/>
          <p:cNvSpPr txBox="1"/>
          <p:nvPr/>
        </p:nvSpPr>
        <p:spPr>
          <a:xfrm>
            <a:off x="3009256" y="7611208"/>
            <a:ext cx="6325879" cy="706041"/>
          </a:xfrm>
          <a:prstGeom prst="rect">
            <a:avLst/>
          </a:prstGeom>
        </p:spPr>
        <p:txBody>
          <a:bodyPr lIns="0" tIns="0" rIns="0" bIns="0" rtlCol="0" anchor="t">
            <a:spAutoFit/>
          </a:bodyPr>
          <a:lstStyle/>
          <a:p>
            <a:pPr algn="ctr">
              <a:lnSpc>
                <a:spcPts val="2834"/>
              </a:lnSpc>
              <a:spcBef>
                <a:spcPct val="0"/>
              </a:spcBef>
            </a:pPr>
            <a:r>
              <a:rPr lang="en-US" sz="2362">
                <a:solidFill>
                  <a:srgbClr val="000000"/>
                </a:solidFill>
                <a:latin typeface="Times New Roman"/>
                <a:ea typeface="Times New Roman"/>
                <a:cs typeface="Times New Roman"/>
                <a:sym typeface="Times New Roman"/>
              </a:rPr>
              <a:t>Hybrid AI + Physics-based decision-support framework</a:t>
            </a:r>
          </a:p>
        </p:txBody>
      </p:sp>
      <p:sp>
        <p:nvSpPr>
          <p:cNvPr id="17" name="AutoShape 17"/>
          <p:cNvSpPr/>
          <p:nvPr/>
        </p:nvSpPr>
        <p:spPr>
          <a:xfrm flipH="1" flipV="1">
            <a:off x="9335135" y="2744546"/>
            <a:ext cx="26789" cy="5572702"/>
          </a:xfrm>
          <a:prstGeom prst="line">
            <a:avLst/>
          </a:prstGeom>
          <a:ln w="57150" cap="flat">
            <a:solidFill>
              <a:srgbClr val="5170FF"/>
            </a:solidFill>
            <a:prstDash val="solid"/>
            <a:headEnd type="none" w="sm" len="sm"/>
            <a:tailEnd type="none" w="sm" len="sm"/>
          </a:ln>
        </p:spPr>
        <p:txBody>
          <a:bodyPr/>
          <a:lstStyle/>
          <a:p>
            <a:endParaRPr lang="en-IN"/>
          </a:p>
        </p:txBody>
      </p:sp>
      <p:sp>
        <p:nvSpPr>
          <p:cNvPr id="18" name="TextBox 18"/>
          <p:cNvSpPr txBox="1"/>
          <p:nvPr/>
        </p:nvSpPr>
        <p:spPr>
          <a:xfrm>
            <a:off x="10071834" y="2725496"/>
            <a:ext cx="5460179" cy="5993011"/>
          </a:xfrm>
          <a:prstGeom prst="rect">
            <a:avLst/>
          </a:prstGeom>
        </p:spPr>
        <p:txBody>
          <a:bodyPr lIns="0" tIns="0" rIns="0" bIns="0" rtlCol="0" anchor="t">
            <a:spAutoFit/>
          </a:bodyPr>
          <a:lstStyle/>
          <a:p>
            <a:pPr algn="just">
              <a:lnSpc>
                <a:spcPts val="3172"/>
              </a:lnSpc>
            </a:pPr>
            <a:r>
              <a:rPr lang="en-US" sz="2643" b="1">
                <a:solidFill>
                  <a:srgbClr val="5170FF"/>
                </a:solidFill>
                <a:latin typeface="Times New Roman Bold"/>
                <a:ea typeface="Times New Roman Bold"/>
                <a:cs typeface="Times New Roman Bold"/>
                <a:sym typeface="Times New Roman Bold"/>
              </a:rPr>
              <a:t>Tools &amp; Technologies</a:t>
            </a:r>
          </a:p>
          <a:p>
            <a:pPr algn="just">
              <a:lnSpc>
                <a:spcPts val="2834"/>
              </a:lnSpc>
            </a:pPr>
            <a:endParaRPr lang="en-US" sz="2643" b="1">
              <a:solidFill>
                <a:srgbClr val="5170FF"/>
              </a:solidFill>
              <a:latin typeface="Times New Roman Bold"/>
              <a:ea typeface="Times New Roman Bold"/>
              <a:cs typeface="Times New Roman Bold"/>
              <a:sym typeface="Times New Roman Bold"/>
            </a:endParaRPr>
          </a:p>
          <a:p>
            <a:pPr algn="just">
              <a:lnSpc>
                <a:spcPts val="2834"/>
              </a:lnSpc>
            </a:pPr>
            <a:r>
              <a:rPr lang="en-US" sz="2362" b="1">
                <a:solidFill>
                  <a:srgbClr val="000000"/>
                </a:solidFill>
                <a:latin typeface="Times New Roman Bold"/>
                <a:ea typeface="Times New Roman Bold"/>
                <a:cs typeface="Times New Roman Bold"/>
                <a:sym typeface="Times New Roman Bold"/>
              </a:rPr>
              <a:t>Programming Environment:</a:t>
            </a:r>
            <a:r>
              <a:rPr lang="en-US" sz="2362">
                <a:solidFill>
                  <a:srgbClr val="000000"/>
                </a:solidFill>
                <a:latin typeface="Times New Roman"/>
                <a:ea typeface="Times New Roman"/>
                <a:cs typeface="Times New Roman"/>
                <a:sym typeface="Times New Roman"/>
              </a:rPr>
              <a:t> Python 3.x, PyTorch (Deep Learning Framework), Ultralytics YOLOv8</a:t>
            </a:r>
          </a:p>
          <a:p>
            <a:pPr algn="just">
              <a:lnSpc>
                <a:spcPts val="2834"/>
              </a:lnSpc>
            </a:pPr>
            <a:endParaRPr lang="en-US" sz="2362">
              <a:solidFill>
                <a:srgbClr val="000000"/>
              </a:solidFill>
              <a:latin typeface="Times New Roman"/>
              <a:ea typeface="Times New Roman"/>
              <a:cs typeface="Times New Roman"/>
              <a:sym typeface="Times New Roman"/>
            </a:endParaRPr>
          </a:p>
          <a:p>
            <a:pPr algn="just">
              <a:lnSpc>
                <a:spcPts val="2834"/>
              </a:lnSpc>
            </a:pPr>
            <a:r>
              <a:rPr lang="en-US" sz="2362" b="1">
                <a:solidFill>
                  <a:srgbClr val="000000"/>
                </a:solidFill>
                <a:latin typeface="Times New Roman Bold"/>
                <a:ea typeface="Times New Roman Bold"/>
                <a:cs typeface="Times New Roman Bold"/>
                <a:sym typeface="Times New Roman Bold"/>
              </a:rPr>
              <a:t>Model &amp; Dataset:</a:t>
            </a:r>
            <a:r>
              <a:rPr lang="en-US" sz="2362">
                <a:solidFill>
                  <a:srgbClr val="000000"/>
                </a:solidFill>
                <a:latin typeface="Times New Roman"/>
                <a:ea typeface="Times New Roman"/>
                <a:cs typeface="Times New Roman"/>
                <a:sym typeface="Times New Roman"/>
              </a:rPr>
              <a:t> YOLOv8-Nano (Pretrained on COCO, fine-tuned on UATD), UATD (Multibeam Forward-Looking Sonar Dataset)</a:t>
            </a:r>
          </a:p>
          <a:p>
            <a:pPr algn="just">
              <a:lnSpc>
                <a:spcPts val="2834"/>
              </a:lnSpc>
            </a:pPr>
            <a:endParaRPr lang="en-US" sz="2362">
              <a:solidFill>
                <a:srgbClr val="000000"/>
              </a:solidFill>
              <a:latin typeface="Times New Roman"/>
              <a:ea typeface="Times New Roman"/>
              <a:cs typeface="Times New Roman"/>
              <a:sym typeface="Times New Roman"/>
            </a:endParaRPr>
          </a:p>
          <a:p>
            <a:pPr algn="just">
              <a:lnSpc>
                <a:spcPts val="2834"/>
              </a:lnSpc>
            </a:pPr>
            <a:r>
              <a:rPr lang="en-US" sz="2362" b="1">
                <a:solidFill>
                  <a:srgbClr val="000000"/>
                </a:solidFill>
                <a:latin typeface="Times New Roman Bold"/>
                <a:ea typeface="Times New Roman Bold"/>
                <a:cs typeface="Times New Roman Bold"/>
                <a:sym typeface="Times New Roman Bold"/>
              </a:rPr>
              <a:t>Image Processing: </a:t>
            </a:r>
            <a:r>
              <a:rPr lang="en-US" sz="2362">
                <a:solidFill>
                  <a:srgbClr val="000000"/>
                </a:solidFill>
                <a:latin typeface="Times New Roman"/>
                <a:ea typeface="Times New Roman"/>
                <a:cs typeface="Times New Roman"/>
                <a:sym typeface="Times New Roman"/>
              </a:rPr>
              <a:t>OpenCV</a:t>
            </a:r>
          </a:p>
          <a:p>
            <a:pPr algn="just">
              <a:lnSpc>
                <a:spcPts val="2834"/>
              </a:lnSpc>
            </a:pPr>
            <a:endParaRPr lang="en-US" sz="2362">
              <a:solidFill>
                <a:srgbClr val="000000"/>
              </a:solidFill>
              <a:latin typeface="Times New Roman"/>
              <a:ea typeface="Times New Roman"/>
              <a:cs typeface="Times New Roman"/>
              <a:sym typeface="Times New Roman"/>
            </a:endParaRPr>
          </a:p>
          <a:p>
            <a:pPr algn="just">
              <a:lnSpc>
                <a:spcPts val="2834"/>
              </a:lnSpc>
            </a:pPr>
            <a:r>
              <a:rPr lang="en-US" sz="2362" b="1">
                <a:solidFill>
                  <a:srgbClr val="000000"/>
                </a:solidFill>
                <a:latin typeface="Times New Roman Bold"/>
                <a:ea typeface="Times New Roman Bold"/>
                <a:cs typeface="Times New Roman Bold"/>
                <a:sym typeface="Times New Roman Bold"/>
              </a:rPr>
              <a:t>Hardware &amp; Acceleration:</a:t>
            </a:r>
            <a:r>
              <a:rPr lang="en-US" sz="2362">
                <a:solidFill>
                  <a:srgbClr val="000000"/>
                </a:solidFill>
                <a:latin typeface="Times New Roman"/>
                <a:ea typeface="Times New Roman"/>
                <a:cs typeface="Times New Roman"/>
                <a:sym typeface="Times New Roman"/>
              </a:rPr>
              <a:t> NVIDIA GTX 1650 GPU (4GB VRAM), CUDA-enabled training, Automatic Mixed Precision (AMP)</a:t>
            </a:r>
          </a:p>
          <a:p>
            <a:pPr algn="just">
              <a:lnSpc>
                <a:spcPts val="2834"/>
              </a:lnSpc>
              <a:spcBef>
                <a:spcPct val="0"/>
              </a:spcBef>
            </a:pPr>
            <a:endParaRPr lang="en-US" sz="2362">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a:solidFill>
                    <a:srgbClr val="000000"/>
                  </a:solidFill>
                  <a:latin typeface="Calibri (MS)"/>
                  <a:ea typeface="Calibri (MS)"/>
                  <a:cs typeface="Calibri (MS)"/>
                  <a:sym typeface="Calibri (MS)"/>
                </a:rPr>
                <a:t>    Architecture Diagram</a:t>
              </a:r>
            </a:p>
          </p:txBody>
        </p:sp>
      </p:grpSp>
      <p:grpSp>
        <p:nvGrpSpPr>
          <p:cNvPr id="5" name="Group 5"/>
          <p:cNvGrpSpPr/>
          <p:nvPr/>
        </p:nvGrpSpPr>
        <p:grpSpPr>
          <a:xfrm>
            <a:off x="685800" y="702945"/>
            <a:ext cx="2958504" cy="902805"/>
            <a:chOff x="0" y="0"/>
            <a:chExt cx="2805100" cy="855993"/>
          </a:xfrm>
        </p:grpSpPr>
        <p:sp>
          <p:nvSpPr>
            <p:cNvPr id="6" name="Freeform 6"/>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8" name="Freeform 8"/>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13" name="Group 13"/>
          <p:cNvGrpSpPr/>
          <p:nvPr/>
        </p:nvGrpSpPr>
        <p:grpSpPr>
          <a:xfrm>
            <a:off x="15187594" y="697490"/>
            <a:ext cx="2404774" cy="1132521"/>
            <a:chOff x="0" y="0"/>
            <a:chExt cx="2280082" cy="1073798"/>
          </a:xfrm>
        </p:grpSpPr>
        <p:sp>
          <p:nvSpPr>
            <p:cNvPr id="14" name="Freeform 14" descr="icot 2023 Trifold Brochure_14.02.2023"/>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sp>
        <p:nvSpPr>
          <p:cNvPr id="15" name="Freeform 15"/>
          <p:cNvSpPr/>
          <p:nvPr/>
        </p:nvSpPr>
        <p:spPr>
          <a:xfrm>
            <a:off x="2628900" y="2547925"/>
            <a:ext cx="12903113" cy="6274139"/>
          </a:xfrm>
          <a:custGeom>
            <a:avLst/>
            <a:gdLst/>
            <a:ahLst/>
            <a:cxnLst/>
            <a:rect l="l" t="t" r="r" b="b"/>
            <a:pathLst>
              <a:path w="12903113" h="6274139">
                <a:moveTo>
                  <a:pt x="0" y="0"/>
                </a:moveTo>
                <a:lnTo>
                  <a:pt x="12903113" y="0"/>
                </a:lnTo>
                <a:lnTo>
                  <a:pt x="12903113" y="6274138"/>
                </a:lnTo>
                <a:lnTo>
                  <a:pt x="0" y="6274138"/>
                </a:lnTo>
                <a:lnTo>
                  <a:pt x="0" y="0"/>
                </a:lnTo>
                <a:close/>
              </a:path>
            </a:pathLst>
          </a:custGeom>
          <a:blipFill>
            <a:blip r:embed="rId5"/>
            <a:stretch>
              <a:fillRect/>
            </a:stretch>
          </a:blipFill>
        </p:spPr>
        <p:txBody>
          <a:bodyPr/>
          <a:lstStyle/>
          <a:p>
            <a:endParaRPr lang="en-IN"/>
          </a:p>
        </p:txBody>
      </p:sp>
      <p:grpSp>
        <p:nvGrpSpPr>
          <p:cNvPr id="16" name="Group 7">
            <a:extLst>
              <a:ext uri="{FF2B5EF4-FFF2-40B4-BE49-F238E27FC236}">
                <a16:creationId xmlns:a16="http://schemas.microsoft.com/office/drawing/2014/main" id="{596F8DB5-6B51-BA10-10A0-E954D43AB64D}"/>
              </a:ext>
            </a:extLst>
          </p:cNvPr>
          <p:cNvGrpSpPr/>
          <p:nvPr/>
        </p:nvGrpSpPr>
        <p:grpSpPr>
          <a:xfrm>
            <a:off x="914399" y="9441570"/>
            <a:ext cx="5257801" cy="640640"/>
            <a:chOff x="-1950720" y="-88132"/>
            <a:chExt cx="4985173" cy="607421"/>
          </a:xfrm>
        </p:grpSpPr>
        <p:sp>
          <p:nvSpPr>
            <p:cNvPr id="17" name="Freeform 8">
              <a:extLst>
                <a:ext uri="{FF2B5EF4-FFF2-40B4-BE49-F238E27FC236}">
                  <a16:creationId xmlns:a16="http://schemas.microsoft.com/office/drawing/2014/main" id="{58D9892E-896C-8D2A-6D08-C99FB47D0F3D}"/>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18" name="TextBox 9">
              <a:extLst>
                <a:ext uri="{FF2B5EF4-FFF2-40B4-BE49-F238E27FC236}">
                  <a16:creationId xmlns:a16="http://schemas.microsoft.com/office/drawing/2014/main" id="{D917D3F4-A9DE-74CA-038D-A48FAF60C2BE}"/>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E81BE-1708-D40B-1FE9-C6A4BFB1BE2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96AB257-FBFD-6205-1156-3960785B9640}"/>
              </a:ext>
            </a:extLst>
          </p:cNvPr>
          <p:cNvGrpSpPr/>
          <p:nvPr/>
        </p:nvGrpSpPr>
        <p:grpSpPr>
          <a:xfrm>
            <a:off x="2971800" y="411962"/>
            <a:ext cx="12344400" cy="1714500"/>
            <a:chOff x="0" y="0"/>
            <a:chExt cx="11704320" cy="1625600"/>
          </a:xfrm>
        </p:grpSpPr>
        <p:sp>
          <p:nvSpPr>
            <p:cNvPr id="3" name="Freeform 3">
              <a:extLst>
                <a:ext uri="{FF2B5EF4-FFF2-40B4-BE49-F238E27FC236}">
                  <a16:creationId xmlns:a16="http://schemas.microsoft.com/office/drawing/2014/main" id="{72570053-63D0-CFBE-DADB-1FD8BA712899}"/>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a:extLst>
                <a:ext uri="{FF2B5EF4-FFF2-40B4-BE49-F238E27FC236}">
                  <a16:creationId xmlns:a16="http://schemas.microsoft.com/office/drawing/2014/main" id="{8517F5AB-F618-E57B-34D5-11638F9EEBAF}"/>
                </a:ext>
              </a:extLst>
            </p:cNvPr>
            <p:cNvSpPr txBox="1"/>
            <p:nvPr/>
          </p:nvSpPr>
          <p:spPr>
            <a:xfrm>
              <a:off x="0" y="-123825"/>
              <a:ext cx="11704320" cy="1749425"/>
            </a:xfrm>
            <a:prstGeom prst="rect">
              <a:avLst/>
            </a:prstGeom>
          </p:spPr>
          <p:txBody>
            <a:bodyPr lIns="0" tIns="0" rIns="0" bIns="0" rtlCol="0" anchor="ctr"/>
            <a:lstStyle/>
            <a:p>
              <a:pPr algn="ctr">
                <a:lnSpc>
                  <a:spcPts val="7200"/>
                </a:lnSpc>
              </a:pPr>
              <a:r>
                <a:rPr lang="en-IN" sz="6000" dirty="0"/>
                <a:t>Dataset &amp; Preprocessing</a:t>
              </a:r>
              <a:endParaRPr lang="en-US" sz="6000" dirty="0">
                <a:solidFill>
                  <a:srgbClr val="000000"/>
                </a:solidFill>
                <a:latin typeface="Calibri (MS)"/>
                <a:ea typeface="Calibri (MS)"/>
                <a:cs typeface="Calibri (MS)"/>
                <a:sym typeface="Calibri (MS)"/>
              </a:endParaRPr>
            </a:p>
          </p:txBody>
        </p:sp>
      </p:grpSp>
      <p:sp>
        <p:nvSpPr>
          <p:cNvPr id="15" name="TextBox 15">
            <a:extLst>
              <a:ext uri="{FF2B5EF4-FFF2-40B4-BE49-F238E27FC236}">
                <a16:creationId xmlns:a16="http://schemas.microsoft.com/office/drawing/2014/main" id="{FC6DF8E4-CCFC-C3C1-3AFF-07934502C745}"/>
              </a:ext>
            </a:extLst>
          </p:cNvPr>
          <p:cNvSpPr txBox="1"/>
          <p:nvPr/>
        </p:nvSpPr>
        <p:spPr>
          <a:xfrm>
            <a:off x="1600199" y="2351255"/>
            <a:ext cx="5315285" cy="3036729"/>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Dataset</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UATD sonar dataset (9000+ images, 10 classes)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Includes human, ROV, and underwater objects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Annotations: Pascal VOC → converted to YOLO format</a:t>
            </a:r>
          </a:p>
        </p:txBody>
      </p:sp>
      <p:sp>
        <p:nvSpPr>
          <p:cNvPr id="17" name="AutoShape 17">
            <a:extLst>
              <a:ext uri="{FF2B5EF4-FFF2-40B4-BE49-F238E27FC236}">
                <a16:creationId xmlns:a16="http://schemas.microsoft.com/office/drawing/2014/main" id="{C7EBE3FA-2AB9-B52E-F638-7811ED80032D}"/>
              </a:ext>
            </a:extLst>
          </p:cNvPr>
          <p:cNvSpPr/>
          <p:nvPr/>
        </p:nvSpPr>
        <p:spPr>
          <a:xfrm flipH="1" flipV="1">
            <a:off x="8610600" y="2351254"/>
            <a:ext cx="76200" cy="6297445"/>
          </a:xfrm>
          <a:prstGeom prst="line">
            <a:avLst/>
          </a:prstGeom>
          <a:ln w="57150" cap="flat">
            <a:solidFill>
              <a:srgbClr val="5170FF"/>
            </a:solidFill>
            <a:prstDash val="solid"/>
            <a:headEnd type="none" w="sm" len="sm"/>
            <a:tailEnd type="none" w="sm" len="sm"/>
          </a:ln>
        </p:spPr>
        <p:txBody>
          <a:bodyPr/>
          <a:lstStyle/>
          <a:p>
            <a:endParaRPr lang="en-IN"/>
          </a:p>
        </p:txBody>
      </p:sp>
      <p:grpSp>
        <p:nvGrpSpPr>
          <p:cNvPr id="19" name="Group 5">
            <a:extLst>
              <a:ext uri="{FF2B5EF4-FFF2-40B4-BE49-F238E27FC236}">
                <a16:creationId xmlns:a16="http://schemas.microsoft.com/office/drawing/2014/main" id="{04A23BA7-CE33-0A7B-DDEC-D4A80AD6F8D0}"/>
              </a:ext>
            </a:extLst>
          </p:cNvPr>
          <p:cNvGrpSpPr/>
          <p:nvPr/>
        </p:nvGrpSpPr>
        <p:grpSpPr>
          <a:xfrm>
            <a:off x="685800" y="702945"/>
            <a:ext cx="2958504" cy="902805"/>
            <a:chOff x="0" y="0"/>
            <a:chExt cx="2805100" cy="855993"/>
          </a:xfrm>
        </p:grpSpPr>
        <p:sp>
          <p:nvSpPr>
            <p:cNvPr id="20" name="Freeform 6">
              <a:extLst>
                <a:ext uri="{FF2B5EF4-FFF2-40B4-BE49-F238E27FC236}">
                  <a16:creationId xmlns:a16="http://schemas.microsoft.com/office/drawing/2014/main" id="{6CFDDE9D-84C0-9C0D-C428-2C3A5039DA40}"/>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22" name="Freeform 8">
            <a:extLst>
              <a:ext uri="{FF2B5EF4-FFF2-40B4-BE49-F238E27FC236}">
                <a16:creationId xmlns:a16="http://schemas.microsoft.com/office/drawing/2014/main" id="{AAC041AF-E5D3-1F8B-68A6-2B33EFFD5ABD}"/>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27" name="Group 13">
            <a:extLst>
              <a:ext uri="{FF2B5EF4-FFF2-40B4-BE49-F238E27FC236}">
                <a16:creationId xmlns:a16="http://schemas.microsoft.com/office/drawing/2014/main" id="{70BF54F6-CD31-8D2E-9B7E-22738F41458E}"/>
              </a:ext>
            </a:extLst>
          </p:cNvPr>
          <p:cNvGrpSpPr/>
          <p:nvPr/>
        </p:nvGrpSpPr>
        <p:grpSpPr>
          <a:xfrm>
            <a:off x="15187594" y="697490"/>
            <a:ext cx="2404774" cy="1132521"/>
            <a:chOff x="0" y="0"/>
            <a:chExt cx="2280082" cy="1073798"/>
          </a:xfrm>
        </p:grpSpPr>
        <p:sp>
          <p:nvSpPr>
            <p:cNvPr id="28" name="Freeform 14" descr="icot 2023 Trifold Brochure_14.02.2023">
              <a:extLst>
                <a:ext uri="{FF2B5EF4-FFF2-40B4-BE49-F238E27FC236}">
                  <a16:creationId xmlns:a16="http://schemas.microsoft.com/office/drawing/2014/main" id="{793D5F85-31AF-EF22-DA3A-1F35ABEB2782}"/>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29" name="Group 7">
            <a:extLst>
              <a:ext uri="{FF2B5EF4-FFF2-40B4-BE49-F238E27FC236}">
                <a16:creationId xmlns:a16="http://schemas.microsoft.com/office/drawing/2014/main" id="{D6A89DA5-D5C3-8736-7C90-F46A8380D30E}"/>
              </a:ext>
            </a:extLst>
          </p:cNvPr>
          <p:cNvGrpSpPr/>
          <p:nvPr/>
        </p:nvGrpSpPr>
        <p:grpSpPr>
          <a:xfrm>
            <a:off x="914399" y="9441570"/>
            <a:ext cx="5257801" cy="640640"/>
            <a:chOff x="-1950720" y="-88132"/>
            <a:chExt cx="4985173" cy="607421"/>
          </a:xfrm>
        </p:grpSpPr>
        <p:sp>
          <p:nvSpPr>
            <p:cNvPr id="30" name="Freeform 8">
              <a:extLst>
                <a:ext uri="{FF2B5EF4-FFF2-40B4-BE49-F238E27FC236}">
                  <a16:creationId xmlns:a16="http://schemas.microsoft.com/office/drawing/2014/main" id="{99778CA2-8137-FFD3-DAB6-411010FD01AC}"/>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31" name="TextBox 9">
              <a:extLst>
                <a:ext uri="{FF2B5EF4-FFF2-40B4-BE49-F238E27FC236}">
                  <a16:creationId xmlns:a16="http://schemas.microsoft.com/office/drawing/2014/main" id="{FCD7025B-9444-BF6D-7B09-BA4E6A21C017}"/>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
        <p:nvSpPr>
          <p:cNvPr id="7" name="TextBox 15">
            <a:extLst>
              <a:ext uri="{FF2B5EF4-FFF2-40B4-BE49-F238E27FC236}">
                <a16:creationId xmlns:a16="http://schemas.microsoft.com/office/drawing/2014/main" id="{D786E892-287E-E3BF-CF74-1BF892C3FC3F}"/>
              </a:ext>
            </a:extLst>
          </p:cNvPr>
          <p:cNvSpPr txBox="1"/>
          <p:nvPr/>
        </p:nvSpPr>
        <p:spPr>
          <a:xfrm>
            <a:off x="10676188" y="2351255"/>
            <a:ext cx="5315285" cy="2685287"/>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Preprocessing</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Resize to 640 × 640</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Intensity normalization</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Noise handling (sonar artifacts)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Format conversion: BMP → JPEG</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p:txBody>
      </p:sp>
      <p:sp>
        <p:nvSpPr>
          <p:cNvPr id="9" name="TextBox 15">
            <a:extLst>
              <a:ext uri="{FF2B5EF4-FFF2-40B4-BE49-F238E27FC236}">
                <a16:creationId xmlns:a16="http://schemas.microsoft.com/office/drawing/2014/main" id="{1D935E45-F918-3296-3E24-7E2A4E50BA1E}"/>
              </a:ext>
            </a:extLst>
          </p:cNvPr>
          <p:cNvSpPr txBox="1"/>
          <p:nvPr/>
        </p:nvSpPr>
        <p:spPr>
          <a:xfrm>
            <a:off x="10703227" y="5382515"/>
            <a:ext cx="5315285" cy="2685287"/>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Data Augmentation</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Mosaic augmentation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Horizontal flipping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HSV adjustments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Scaling &amp; translation</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p:txBody>
      </p:sp>
      <p:sp>
        <p:nvSpPr>
          <p:cNvPr id="10" name="TextBox 15">
            <a:extLst>
              <a:ext uri="{FF2B5EF4-FFF2-40B4-BE49-F238E27FC236}">
                <a16:creationId xmlns:a16="http://schemas.microsoft.com/office/drawing/2014/main" id="{507D29D5-D283-07DB-1274-C00AC242C76B}"/>
              </a:ext>
            </a:extLst>
          </p:cNvPr>
          <p:cNvSpPr txBox="1"/>
          <p:nvPr/>
        </p:nvSpPr>
        <p:spPr>
          <a:xfrm>
            <a:off x="1600200" y="6381583"/>
            <a:ext cx="5315285" cy="3916393"/>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Key Insight</a:t>
            </a: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Handles </a:t>
            </a:r>
            <a:r>
              <a:rPr lang="en-US" sz="2400" b="1" dirty="0">
                <a:latin typeface="Times New Roman" panose="02020603050405020304" pitchFamily="18" charset="0"/>
                <a:cs typeface="Times New Roman" panose="02020603050405020304" pitchFamily="18" charset="0"/>
              </a:rPr>
              <a:t>low contrast &amp; noise in sonar images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a:t>
            </a:r>
            <a:r>
              <a:rPr lang="en-US" sz="2400" b="1" dirty="0">
                <a:latin typeface="Times New Roman" panose="02020603050405020304" pitchFamily="18" charset="0"/>
                <a:cs typeface="Times New Roman" panose="02020603050405020304" pitchFamily="18" charset="0"/>
              </a:rPr>
              <a:t>small object detection &amp; generalization</a:t>
            </a: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p:txBody>
      </p:sp>
    </p:spTree>
    <p:extLst>
      <p:ext uri="{BB962C8B-B14F-4D97-AF65-F5344CB8AC3E}">
        <p14:creationId xmlns:p14="http://schemas.microsoft.com/office/powerpoint/2010/main" val="2147453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444A1-2BDD-C681-00FD-9A5B6F061EED}"/>
            </a:ext>
          </a:extLst>
        </p:cNvPr>
        <p:cNvGrpSpPr/>
        <p:nvPr/>
      </p:nvGrpSpPr>
      <p:grpSpPr>
        <a:xfrm>
          <a:off x="0" y="0"/>
          <a:ext cx="0" cy="0"/>
          <a:chOff x="0" y="0"/>
          <a:chExt cx="0" cy="0"/>
        </a:xfrm>
      </p:grpSpPr>
      <p:sp>
        <p:nvSpPr>
          <p:cNvPr id="15" name="TextBox 15">
            <a:extLst>
              <a:ext uri="{FF2B5EF4-FFF2-40B4-BE49-F238E27FC236}">
                <a16:creationId xmlns:a16="http://schemas.microsoft.com/office/drawing/2014/main" id="{84BC0620-7C74-7DA6-14A7-5E790C2B98CA}"/>
              </a:ext>
            </a:extLst>
          </p:cNvPr>
          <p:cNvSpPr txBox="1"/>
          <p:nvPr/>
        </p:nvSpPr>
        <p:spPr>
          <a:xfrm>
            <a:off x="1600199" y="2351255"/>
            <a:ext cx="5315285" cy="3047309"/>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Model Used</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YOLOv8-Nano (YOLOv8n)</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Lightweight</a:t>
            </a:r>
            <a:r>
              <a:rPr lang="en-IN" sz="2400" dirty="0">
                <a:latin typeface="Times New Roman" panose="02020603050405020304" pitchFamily="18" charset="0"/>
                <a:cs typeface="Times New Roman" panose="02020603050405020304" pitchFamily="18" charset="0"/>
              </a:rPr>
              <a:t>, real-time object detection model</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Pretrained on </a:t>
            </a:r>
            <a:r>
              <a:rPr lang="en-IN" sz="2400" b="1" dirty="0">
                <a:latin typeface="Times New Roman" panose="02020603050405020304" pitchFamily="18" charset="0"/>
                <a:cs typeface="Times New Roman" panose="02020603050405020304" pitchFamily="18" charset="0"/>
              </a:rPr>
              <a:t>COCO dataset</a:t>
            </a:r>
            <a:r>
              <a:rPr lang="en-IN" sz="2400" dirty="0">
                <a:latin typeface="Times New Roman" panose="02020603050405020304" pitchFamily="18" charset="0"/>
                <a:cs typeface="Times New Roman" panose="02020603050405020304" pitchFamily="18" charset="0"/>
              </a:rPr>
              <a:t>, fine-tuned on sonar data</a:t>
            </a:r>
          </a:p>
          <a:p>
            <a:pPr algn="just">
              <a:lnSpc>
                <a:spcPts val="3172"/>
              </a:lnSpc>
            </a:pPr>
            <a:endParaRPr lang="en-US" sz="2400" dirty="0">
              <a:solidFill>
                <a:srgbClr val="5170FF"/>
              </a:solidFill>
              <a:latin typeface="Times New Roman Bold"/>
              <a:ea typeface="Times New Roman Bold"/>
              <a:cs typeface="Times New Roman Bold"/>
              <a:sym typeface="Times New Roman Bold"/>
            </a:endParaRPr>
          </a:p>
        </p:txBody>
      </p:sp>
      <p:sp>
        <p:nvSpPr>
          <p:cNvPr id="17" name="AutoShape 17">
            <a:extLst>
              <a:ext uri="{FF2B5EF4-FFF2-40B4-BE49-F238E27FC236}">
                <a16:creationId xmlns:a16="http://schemas.microsoft.com/office/drawing/2014/main" id="{CBAEAC24-168E-AC46-FF37-27377909FBF5}"/>
              </a:ext>
            </a:extLst>
          </p:cNvPr>
          <p:cNvSpPr/>
          <p:nvPr/>
        </p:nvSpPr>
        <p:spPr>
          <a:xfrm flipH="1" flipV="1">
            <a:off x="8610600" y="2351254"/>
            <a:ext cx="76200" cy="6297445"/>
          </a:xfrm>
          <a:prstGeom prst="line">
            <a:avLst/>
          </a:prstGeom>
          <a:ln w="57150" cap="flat">
            <a:solidFill>
              <a:srgbClr val="5170FF"/>
            </a:solidFill>
            <a:prstDash val="solid"/>
            <a:headEnd type="none" w="sm" len="sm"/>
            <a:tailEnd type="none" w="sm" len="sm"/>
          </a:ln>
        </p:spPr>
        <p:txBody>
          <a:bodyPr/>
          <a:lstStyle/>
          <a:p>
            <a:endParaRPr lang="en-IN"/>
          </a:p>
        </p:txBody>
      </p:sp>
      <p:grpSp>
        <p:nvGrpSpPr>
          <p:cNvPr id="19" name="Group 5">
            <a:extLst>
              <a:ext uri="{FF2B5EF4-FFF2-40B4-BE49-F238E27FC236}">
                <a16:creationId xmlns:a16="http://schemas.microsoft.com/office/drawing/2014/main" id="{1CD71C9E-C57A-2A73-3426-F90FE106C8B9}"/>
              </a:ext>
            </a:extLst>
          </p:cNvPr>
          <p:cNvGrpSpPr/>
          <p:nvPr/>
        </p:nvGrpSpPr>
        <p:grpSpPr>
          <a:xfrm>
            <a:off x="685800" y="702945"/>
            <a:ext cx="2958504" cy="902805"/>
            <a:chOff x="0" y="0"/>
            <a:chExt cx="2805100" cy="855993"/>
          </a:xfrm>
        </p:grpSpPr>
        <p:sp>
          <p:nvSpPr>
            <p:cNvPr id="20" name="Freeform 6">
              <a:extLst>
                <a:ext uri="{FF2B5EF4-FFF2-40B4-BE49-F238E27FC236}">
                  <a16:creationId xmlns:a16="http://schemas.microsoft.com/office/drawing/2014/main" id="{423F46D5-2DB3-2FB0-5833-96C89AF2C6D8}"/>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2"/>
              <a:stretch>
                <a:fillRect r="-1" b="-10568"/>
              </a:stretch>
            </a:blipFill>
          </p:spPr>
          <p:txBody>
            <a:bodyPr/>
            <a:lstStyle/>
            <a:p>
              <a:endParaRPr lang="en-IN"/>
            </a:p>
          </p:txBody>
        </p:sp>
      </p:grpSp>
      <p:sp>
        <p:nvSpPr>
          <p:cNvPr id="22" name="Freeform 8">
            <a:extLst>
              <a:ext uri="{FF2B5EF4-FFF2-40B4-BE49-F238E27FC236}">
                <a16:creationId xmlns:a16="http://schemas.microsoft.com/office/drawing/2014/main" id="{1EA3D7AA-3464-D023-3BE5-AFAF9FF6433E}"/>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3">
              <a:alphaModFix amt="0"/>
            </a:blip>
            <a:stretch>
              <a:fillRect t="-63860" b="-63860"/>
            </a:stretch>
          </a:blipFill>
        </p:spPr>
        <p:txBody>
          <a:bodyPr/>
          <a:lstStyle/>
          <a:p>
            <a:endParaRPr lang="en-IN"/>
          </a:p>
        </p:txBody>
      </p:sp>
      <p:grpSp>
        <p:nvGrpSpPr>
          <p:cNvPr id="27" name="Group 13">
            <a:extLst>
              <a:ext uri="{FF2B5EF4-FFF2-40B4-BE49-F238E27FC236}">
                <a16:creationId xmlns:a16="http://schemas.microsoft.com/office/drawing/2014/main" id="{3119F64D-34F4-2177-49CB-E09FCE77D123}"/>
              </a:ext>
            </a:extLst>
          </p:cNvPr>
          <p:cNvGrpSpPr/>
          <p:nvPr/>
        </p:nvGrpSpPr>
        <p:grpSpPr>
          <a:xfrm>
            <a:off x="15187594" y="697490"/>
            <a:ext cx="2404774" cy="1132521"/>
            <a:chOff x="0" y="0"/>
            <a:chExt cx="2280082" cy="1073798"/>
          </a:xfrm>
        </p:grpSpPr>
        <p:sp>
          <p:nvSpPr>
            <p:cNvPr id="28" name="Freeform 14" descr="icot 2023 Trifold Brochure_14.02.2023">
              <a:extLst>
                <a:ext uri="{FF2B5EF4-FFF2-40B4-BE49-F238E27FC236}">
                  <a16:creationId xmlns:a16="http://schemas.microsoft.com/office/drawing/2014/main" id="{B567E40D-ACA2-1A0D-28CC-AD3702FB521A}"/>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29" name="Group 7">
            <a:extLst>
              <a:ext uri="{FF2B5EF4-FFF2-40B4-BE49-F238E27FC236}">
                <a16:creationId xmlns:a16="http://schemas.microsoft.com/office/drawing/2014/main" id="{4B61E893-F825-35BF-0E36-2F73BABC13F5}"/>
              </a:ext>
            </a:extLst>
          </p:cNvPr>
          <p:cNvGrpSpPr/>
          <p:nvPr/>
        </p:nvGrpSpPr>
        <p:grpSpPr>
          <a:xfrm>
            <a:off x="914399" y="9441570"/>
            <a:ext cx="5257801" cy="640640"/>
            <a:chOff x="-1950720" y="-88132"/>
            <a:chExt cx="4985173" cy="607421"/>
          </a:xfrm>
        </p:grpSpPr>
        <p:sp>
          <p:nvSpPr>
            <p:cNvPr id="30" name="Freeform 8">
              <a:extLst>
                <a:ext uri="{FF2B5EF4-FFF2-40B4-BE49-F238E27FC236}">
                  <a16:creationId xmlns:a16="http://schemas.microsoft.com/office/drawing/2014/main" id="{A9317E37-C103-1317-9778-2E57A36B53EF}"/>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3">
                <a:alphaModFix amt="0"/>
              </a:blip>
              <a:stretch>
                <a:fillRect t="-63860" b="-63860"/>
              </a:stretch>
            </a:blipFill>
          </p:spPr>
          <p:txBody>
            <a:bodyPr/>
            <a:lstStyle/>
            <a:p>
              <a:endParaRPr lang="en-IN"/>
            </a:p>
          </p:txBody>
        </p:sp>
        <p:sp>
          <p:nvSpPr>
            <p:cNvPr id="31" name="TextBox 9">
              <a:extLst>
                <a:ext uri="{FF2B5EF4-FFF2-40B4-BE49-F238E27FC236}">
                  <a16:creationId xmlns:a16="http://schemas.microsoft.com/office/drawing/2014/main" id="{95B5818A-87D6-3C33-44CB-E85A86016388}"/>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
        <p:nvSpPr>
          <p:cNvPr id="7" name="TextBox 15">
            <a:extLst>
              <a:ext uri="{FF2B5EF4-FFF2-40B4-BE49-F238E27FC236}">
                <a16:creationId xmlns:a16="http://schemas.microsoft.com/office/drawing/2014/main" id="{F175040A-B97A-FC66-8010-5D394B1EDC8A}"/>
              </a:ext>
            </a:extLst>
          </p:cNvPr>
          <p:cNvSpPr txBox="1"/>
          <p:nvPr/>
        </p:nvSpPr>
        <p:spPr>
          <a:xfrm>
            <a:off x="10676188" y="2351255"/>
            <a:ext cx="5315285" cy="2685287"/>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Key Features</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Efficient </a:t>
            </a:r>
            <a:r>
              <a:rPr lang="en-US" sz="2400" b="1" dirty="0">
                <a:latin typeface="Times New Roman" panose="02020603050405020304" pitchFamily="18" charset="0"/>
                <a:cs typeface="Times New Roman" panose="02020603050405020304" pitchFamily="18" charset="0"/>
              </a:rPr>
              <a:t>multi-scale feature extraction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Improved </a:t>
            </a:r>
            <a:r>
              <a:rPr lang="en-US" sz="2400" b="1" dirty="0">
                <a:latin typeface="Times New Roman" panose="02020603050405020304" pitchFamily="18" charset="0"/>
                <a:cs typeface="Times New Roman" panose="02020603050405020304" pitchFamily="18" charset="0"/>
              </a:rPr>
              <a:t>small object detection</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Faster inference </a:t>
            </a:r>
            <a:r>
              <a:rPr lang="en-US" sz="2400" dirty="0">
                <a:latin typeface="Times New Roman" panose="02020603050405020304" pitchFamily="18" charset="0"/>
                <a:cs typeface="Times New Roman" panose="02020603050405020304" pitchFamily="18" charset="0"/>
              </a:rPr>
              <a:t>with fewer parameters (~3.2M)</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p:txBody>
      </p:sp>
      <p:sp>
        <p:nvSpPr>
          <p:cNvPr id="9" name="TextBox 15">
            <a:extLst>
              <a:ext uri="{FF2B5EF4-FFF2-40B4-BE49-F238E27FC236}">
                <a16:creationId xmlns:a16="http://schemas.microsoft.com/office/drawing/2014/main" id="{5D60DD68-EFF5-CE03-B320-6D8493E7F992}"/>
              </a:ext>
            </a:extLst>
          </p:cNvPr>
          <p:cNvSpPr txBox="1"/>
          <p:nvPr/>
        </p:nvSpPr>
        <p:spPr>
          <a:xfrm>
            <a:off x="10676188" y="5557800"/>
            <a:ext cx="5315285" cy="2298065"/>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Output</a:t>
            </a: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Bounding boxes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Class labels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Confidence scores</a:t>
            </a:r>
          </a:p>
          <a:p>
            <a:endParaRPr lang="en-US" sz="2400" dirty="0">
              <a:latin typeface="Times New Roman" panose="02020603050405020304" pitchFamily="18" charset="0"/>
              <a:cs typeface="Times New Roman" panose="02020603050405020304" pitchFamily="18" charset="0"/>
            </a:endParaRPr>
          </a:p>
        </p:txBody>
      </p:sp>
      <p:sp>
        <p:nvSpPr>
          <p:cNvPr id="10" name="TextBox 15">
            <a:extLst>
              <a:ext uri="{FF2B5EF4-FFF2-40B4-BE49-F238E27FC236}">
                <a16:creationId xmlns:a16="http://schemas.microsoft.com/office/drawing/2014/main" id="{287DE189-9D9B-C21C-B41C-3342E121F85C}"/>
              </a:ext>
            </a:extLst>
          </p:cNvPr>
          <p:cNvSpPr txBox="1"/>
          <p:nvPr/>
        </p:nvSpPr>
        <p:spPr>
          <a:xfrm>
            <a:off x="1600199" y="5646536"/>
            <a:ext cx="5315285" cy="3547061"/>
          </a:xfrm>
          <a:prstGeom prst="rect">
            <a:avLst/>
          </a:prstGeom>
        </p:spPr>
        <p:txBody>
          <a:bodyPr lIns="0" tIns="0" rIns="0" bIns="0" rtlCol="0" anchor="t">
            <a:spAutoFit/>
          </a:bodyPr>
          <a:lstStyle/>
          <a:p>
            <a:pPr algn="just">
              <a:lnSpc>
                <a:spcPts val="3172"/>
              </a:lnSpc>
            </a:pPr>
            <a:r>
              <a:rPr lang="en-US" sz="3600" b="1" dirty="0">
                <a:solidFill>
                  <a:srgbClr val="5170FF"/>
                </a:solidFill>
                <a:latin typeface="Times New Roman Bold"/>
                <a:ea typeface="Times New Roman Bold"/>
                <a:cs typeface="Times New Roman Bold"/>
                <a:sym typeface="Times New Roman Bold"/>
              </a:rPr>
              <a:t>Why YOLOv8n?</a:t>
            </a: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Suitable for low-resource hardware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near real-time performance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Balanced </a:t>
            </a:r>
            <a:r>
              <a:rPr lang="en-US" sz="2400" b="1" dirty="0">
                <a:latin typeface="Times New Roman" panose="02020603050405020304" pitchFamily="18" charset="0"/>
                <a:cs typeface="Times New Roman" panose="02020603050405020304" pitchFamily="18" charset="0"/>
              </a:rPr>
              <a:t>accuracy vs speed trade-off</a:t>
            </a: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algn="just">
              <a:lnSpc>
                <a:spcPts val="3172"/>
              </a:lnSpc>
            </a:pPr>
            <a:endParaRPr lang="en-US" sz="3600" b="1" dirty="0">
              <a:solidFill>
                <a:srgbClr val="5170FF"/>
              </a:solidFill>
              <a:latin typeface="Times New Roman Bold"/>
              <a:ea typeface="Times New Roman Bold"/>
              <a:cs typeface="Times New Roman Bold"/>
              <a:sym typeface="Times New Roman Bold"/>
            </a:endParaRPr>
          </a:p>
          <a:p>
            <a:pPr algn="just">
              <a:lnSpc>
                <a:spcPts val="3172"/>
              </a:lnSpc>
            </a:pPr>
            <a:endParaRPr lang="en-US" sz="2643" b="1" dirty="0">
              <a:solidFill>
                <a:srgbClr val="5170FF"/>
              </a:solidFill>
              <a:latin typeface="Times New Roman Bold"/>
              <a:ea typeface="Times New Roman Bold"/>
              <a:cs typeface="Times New Roman Bold"/>
              <a:sym typeface="Times New Roman Bold"/>
            </a:endParaRPr>
          </a:p>
        </p:txBody>
      </p:sp>
      <p:grpSp>
        <p:nvGrpSpPr>
          <p:cNvPr id="5" name="Group 2">
            <a:extLst>
              <a:ext uri="{FF2B5EF4-FFF2-40B4-BE49-F238E27FC236}">
                <a16:creationId xmlns:a16="http://schemas.microsoft.com/office/drawing/2014/main" id="{CFA9BDA6-3ADA-D85F-7EC0-706377AE9613}"/>
              </a:ext>
            </a:extLst>
          </p:cNvPr>
          <p:cNvGrpSpPr/>
          <p:nvPr/>
        </p:nvGrpSpPr>
        <p:grpSpPr>
          <a:xfrm>
            <a:off x="2971800" y="281365"/>
            <a:ext cx="12344400" cy="1845097"/>
            <a:chOff x="0" y="-123825"/>
            <a:chExt cx="11704320" cy="1749425"/>
          </a:xfrm>
        </p:grpSpPr>
        <p:sp>
          <p:nvSpPr>
            <p:cNvPr id="6" name="Freeform 3">
              <a:extLst>
                <a:ext uri="{FF2B5EF4-FFF2-40B4-BE49-F238E27FC236}">
                  <a16:creationId xmlns:a16="http://schemas.microsoft.com/office/drawing/2014/main" id="{0B7228FA-D00D-F06F-6C6B-8CBE8BB6BB2D}"/>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3">
                <a:alphaModFix amt="0"/>
              </a:blip>
              <a:stretch>
                <a:fillRect t="-90292" b="-90292"/>
              </a:stretch>
            </a:blipFill>
          </p:spPr>
          <p:txBody>
            <a:bodyPr/>
            <a:lstStyle/>
            <a:p>
              <a:endParaRPr lang="en-IN"/>
            </a:p>
          </p:txBody>
        </p:sp>
        <p:sp>
          <p:nvSpPr>
            <p:cNvPr id="8" name="TextBox 4">
              <a:extLst>
                <a:ext uri="{FF2B5EF4-FFF2-40B4-BE49-F238E27FC236}">
                  <a16:creationId xmlns:a16="http://schemas.microsoft.com/office/drawing/2014/main" id="{B201E101-86D9-E0BD-B5D0-AFC589267CF8}"/>
                </a:ext>
              </a:extLst>
            </p:cNvPr>
            <p:cNvSpPr txBox="1"/>
            <p:nvPr/>
          </p:nvSpPr>
          <p:spPr>
            <a:xfrm>
              <a:off x="0" y="-123825"/>
              <a:ext cx="11704320" cy="1749425"/>
            </a:xfrm>
            <a:prstGeom prst="rect">
              <a:avLst/>
            </a:prstGeom>
          </p:spPr>
          <p:txBody>
            <a:bodyPr lIns="0" tIns="0" rIns="0" bIns="0" rtlCol="0" anchor="ctr"/>
            <a:lstStyle/>
            <a:p>
              <a:pPr algn="ctr">
                <a:lnSpc>
                  <a:spcPts val="7200"/>
                </a:lnSpc>
              </a:pPr>
              <a:r>
                <a:rPr lang="en-US" sz="6000" dirty="0">
                  <a:solidFill>
                    <a:srgbClr val="000000"/>
                  </a:solidFill>
                  <a:latin typeface="Calibri (MS)"/>
                  <a:ea typeface="Calibri (MS)"/>
                  <a:cs typeface="Calibri (MS)"/>
                  <a:sym typeface="Calibri (MS)"/>
                </a:rPr>
                <a:t>    </a:t>
              </a:r>
              <a:r>
                <a:rPr lang="en-IN" sz="6000" dirty="0"/>
                <a:t>Yolov8 Object Detection</a:t>
              </a:r>
              <a:endParaRPr lang="en-US" sz="6000" dirty="0">
                <a:solidFill>
                  <a:srgbClr val="000000"/>
                </a:solidFill>
                <a:latin typeface="Calibri (MS)"/>
                <a:ea typeface="Calibri (MS)"/>
                <a:cs typeface="Calibri (MS)"/>
                <a:sym typeface="Calibri (MS)"/>
              </a:endParaRPr>
            </a:p>
          </p:txBody>
        </p:sp>
      </p:grpSp>
    </p:spTree>
    <p:extLst>
      <p:ext uri="{BB962C8B-B14F-4D97-AF65-F5344CB8AC3E}">
        <p14:creationId xmlns:p14="http://schemas.microsoft.com/office/powerpoint/2010/main" val="2549751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9606E-1094-0BD7-4F0E-C6C3C19BE8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327A19D-4F16-1120-4459-02C56283BC40}"/>
              </a:ext>
            </a:extLst>
          </p:cNvPr>
          <p:cNvGrpSpPr/>
          <p:nvPr/>
        </p:nvGrpSpPr>
        <p:grpSpPr>
          <a:xfrm>
            <a:off x="2971800" y="281365"/>
            <a:ext cx="12344400" cy="1845097"/>
            <a:chOff x="0" y="-123825"/>
            <a:chExt cx="11704320" cy="1749425"/>
          </a:xfrm>
        </p:grpSpPr>
        <p:sp>
          <p:nvSpPr>
            <p:cNvPr id="3" name="Freeform 3">
              <a:extLst>
                <a:ext uri="{FF2B5EF4-FFF2-40B4-BE49-F238E27FC236}">
                  <a16:creationId xmlns:a16="http://schemas.microsoft.com/office/drawing/2014/main" id="{DEE89EC0-2A44-88E5-4F97-1B388F5484F5}"/>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a:extLst>
                <a:ext uri="{FF2B5EF4-FFF2-40B4-BE49-F238E27FC236}">
                  <a16:creationId xmlns:a16="http://schemas.microsoft.com/office/drawing/2014/main" id="{98C8C6A9-A53B-6A20-481A-42C938F9BD05}"/>
                </a:ext>
              </a:extLst>
            </p:cNvPr>
            <p:cNvSpPr txBox="1"/>
            <p:nvPr/>
          </p:nvSpPr>
          <p:spPr>
            <a:xfrm>
              <a:off x="0" y="-123825"/>
              <a:ext cx="11704320" cy="1749425"/>
            </a:xfrm>
            <a:prstGeom prst="rect">
              <a:avLst/>
            </a:prstGeom>
          </p:spPr>
          <p:txBody>
            <a:bodyPr lIns="0" tIns="0" rIns="0" bIns="0" rtlCol="0" anchor="ctr"/>
            <a:lstStyle/>
            <a:p>
              <a:pPr algn="ctr">
                <a:lnSpc>
                  <a:spcPts val="7200"/>
                </a:lnSpc>
              </a:pPr>
              <a:r>
                <a:rPr lang="en-IN" sz="6000" dirty="0"/>
                <a:t>Geometry-Based Localization</a:t>
              </a:r>
              <a:endParaRPr lang="en-US" sz="6000" dirty="0">
                <a:solidFill>
                  <a:srgbClr val="000000"/>
                </a:solidFill>
                <a:latin typeface="Calibri (MS)"/>
                <a:ea typeface="Calibri (MS)"/>
                <a:cs typeface="Calibri (MS)"/>
                <a:sym typeface="Calibri (MS)"/>
              </a:endParaRPr>
            </a:p>
          </p:txBody>
        </p:sp>
      </p:grpSp>
      <p:grpSp>
        <p:nvGrpSpPr>
          <p:cNvPr id="5" name="Group 5">
            <a:extLst>
              <a:ext uri="{FF2B5EF4-FFF2-40B4-BE49-F238E27FC236}">
                <a16:creationId xmlns:a16="http://schemas.microsoft.com/office/drawing/2014/main" id="{3E0AEFC2-D9BB-BEE3-6DF5-562CFE80E8D9}"/>
              </a:ext>
            </a:extLst>
          </p:cNvPr>
          <p:cNvGrpSpPr/>
          <p:nvPr/>
        </p:nvGrpSpPr>
        <p:grpSpPr>
          <a:xfrm>
            <a:off x="685800" y="702945"/>
            <a:ext cx="2958504" cy="902805"/>
            <a:chOff x="0" y="0"/>
            <a:chExt cx="2805100" cy="855993"/>
          </a:xfrm>
        </p:grpSpPr>
        <p:sp>
          <p:nvSpPr>
            <p:cNvPr id="6" name="Freeform 6">
              <a:extLst>
                <a:ext uri="{FF2B5EF4-FFF2-40B4-BE49-F238E27FC236}">
                  <a16:creationId xmlns:a16="http://schemas.microsoft.com/office/drawing/2014/main" id="{A4BB8F6D-0FA2-A6D9-190F-4CD0678D0C8E}"/>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8" name="Freeform 8">
            <a:extLst>
              <a:ext uri="{FF2B5EF4-FFF2-40B4-BE49-F238E27FC236}">
                <a16:creationId xmlns:a16="http://schemas.microsoft.com/office/drawing/2014/main" id="{2B8CC534-C78F-6620-6B7D-67E89CD8610F}"/>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13" name="Group 13">
            <a:extLst>
              <a:ext uri="{FF2B5EF4-FFF2-40B4-BE49-F238E27FC236}">
                <a16:creationId xmlns:a16="http://schemas.microsoft.com/office/drawing/2014/main" id="{953ABBB0-20E8-A1A2-E7FC-2BABBE726636}"/>
              </a:ext>
            </a:extLst>
          </p:cNvPr>
          <p:cNvGrpSpPr/>
          <p:nvPr/>
        </p:nvGrpSpPr>
        <p:grpSpPr>
          <a:xfrm>
            <a:off x="15187594" y="697490"/>
            <a:ext cx="2404774" cy="1132521"/>
            <a:chOff x="0" y="0"/>
            <a:chExt cx="2280082" cy="1073798"/>
          </a:xfrm>
        </p:grpSpPr>
        <p:sp>
          <p:nvSpPr>
            <p:cNvPr id="14" name="Freeform 14" descr="icot 2023 Trifold Brochure_14.02.2023">
              <a:extLst>
                <a:ext uri="{FF2B5EF4-FFF2-40B4-BE49-F238E27FC236}">
                  <a16:creationId xmlns:a16="http://schemas.microsoft.com/office/drawing/2014/main" id="{25B4BEE0-5959-DBFC-BD7C-BBDA8A0CA679}"/>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16" name="Group 7">
            <a:extLst>
              <a:ext uri="{FF2B5EF4-FFF2-40B4-BE49-F238E27FC236}">
                <a16:creationId xmlns:a16="http://schemas.microsoft.com/office/drawing/2014/main" id="{ACFE4022-D1C7-2B42-C8D3-4515CD8B911D}"/>
              </a:ext>
            </a:extLst>
          </p:cNvPr>
          <p:cNvGrpSpPr/>
          <p:nvPr/>
        </p:nvGrpSpPr>
        <p:grpSpPr>
          <a:xfrm>
            <a:off x="914399" y="9441570"/>
            <a:ext cx="5257801" cy="640640"/>
            <a:chOff x="-1950720" y="-88132"/>
            <a:chExt cx="4985173" cy="607421"/>
          </a:xfrm>
        </p:grpSpPr>
        <p:sp>
          <p:nvSpPr>
            <p:cNvPr id="17" name="Freeform 8">
              <a:extLst>
                <a:ext uri="{FF2B5EF4-FFF2-40B4-BE49-F238E27FC236}">
                  <a16:creationId xmlns:a16="http://schemas.microsoft.com/office/drawing/2014/main" id="{127169D6-0EFC-EEF6-4D57-AA6B79282E5A}"/>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18" name="TextBox 9">
              <a:extLst>
                <a:ext uri="{FF2B5EF4-FFF2-40B4-BE49-F238E27FC236}">
                  <a16:creationId xmlns:a16="http://schemas.microsoft.com/office/drawing/2014/main" id="{25C74077-D6EC-59F5-D930-082FA803CAAF}"/>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pic>
        <p:nvPicPr>
          <p:cNvPr id="9" name="Picture 8">
            <a:extLst>
              <a:ext uri="{FF2B5EF4-FFF2-40B4-BE49-F238E27FC236}">
                <a16:creationId xmlns:a16="http://schemas.microsoft.com/office/drawing/2014/main" id="{2802DD0C-E77C-580E-EBB2-B035AD253C0F}"/>
              </a:ext>
            </a:extLst>
          </p:cNvPr>
          <p:cNvPicPr>
            <a:picLocks noChangeAspect="1"/>
          </p:cNvPicPr>
          <p:nvPr/>
        </p:nvPicPr>
        <p:blipFill>
          <a:blip r:embed="rId5"/>
          <a:stretch>
            <a:fillRect/>
          </a:stretch>
        </p:blipFill>
        <p:spPr>
          <a:xfrm>
            <a:off x="2258970" y="3386856"/>
            <a:ext cx="6868974" cy="1087588"/>
          </a:xfrm>
          <a:prstGeom prst="rect">
            <a:avLst/>
          </a:prstGeom>
        </p:spPr>
      </p:pic>
      <p:pic>
        <p:nvPicPr>
          <p:cNvPr id="11" name="Picture 10">
            <a:extLst>
              <a:ext uri="{FF2B5EF4-FFF2-40B4-BE49-F238E27FC236}">
                <a16:creationId xmlns:a16="http://schemas.microsoft.com/office/drawing/2014/main" id="{48778EB6-21BC-9B41-A0EE-5FA1B5979B55}"/>
              </a:ext>
            </a:extLst>
          </p:cNvPr>
          <p:cNvPicPr>
            <a:picLocks noChangeAspect="1"/>
          </p:cNvPicPr>
          <p:nvPr/>
        </p:nvPicPr>
        <p:blipFill>
          <a:blip r:embed="rId6"/>
          <a:stretch>
            <a:fillRect/>
          </a:stretch>
        </p:blipFill>
        <p:spPr>
          <a:xfrm>
            <a:off x="3601154" y="5312954"/>
            <a:ext cx="5142092" cy="2086791"/>
          </a:xfrm>
          <a:prstGeom prst="rect">
            <a:avLst/>
          </a:prstGeom>
        </p:spPr>
      </p:pic>
      <p:pic>
        <p:nvPicPr>
          <p:cNvPr id="22" name="Picture 21">
            <a:extLst>
              <a:ext uri="{FF2B5EF4-FFF2-40B4-BE49-F238E27FC236}">
                <a16:creationId xmlns:a16="http://schemas.microsoft.com/office/drawing/2014/main" id="{C730C9F4-689F-F6EF-3316-0AF8F8D26830}"/>
              </a:ext>
            </a:extLst>
          </p:cNvPr>
          <p:cNvPicPr>
            <a:picLocks noChangeAspect="1"/>
          </p:cNvPicPr>
          <p:nvPr/>
        </p:nvPicPr>
        <p:blipFill>
          <a:blip r:embed="rId7"/>
          <a:stretch>
            <a:fillRect/>
          </a:stretch>
        </p:blipFill>
        <p:spPr>
          <a:xfrm>
            <a:off x="10515600" y="3468741"/>
            <a:ext cx="3990085" cy="1000430"/>
          </a:xfrm>
          <a:prstGeom prst="rect">
            <a:avLst/>
          </a:prstGeom>
        </p:spPr>
      </p:pic>
      <p:sp>
        <p:nvSpPr>
          <p:cNvPr id="23" name="TextBox 22">
            <a:extLst>
              <a:ext uri="{FF2B5EF4-FFF2-40B4-BE49-F238E27FC236}">
                <a16:creationId xmlns:a16="http://schemas.microsoft.com/office/drawing/2014/main" id="{C27B4439-0266-5B71-1F5C-2F2F57397298}"/>
              </a:ext>
            </a:extLst>
          </p:cNvPr>
          <p:cNvSpPr txBox="1"/>
          <p:nvPr/>
        </p:nvSpPr>
        <p:spPr>
          <a:xfrm>
            <a:off x="4078558" y="2777029"/>
            <a:ext cx="295845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Range Estimation</a:t>
            </a:r>
          </a:p>
        </p:txBody>
      </p:sp>
      <p:sp>
        <p:nvSpPr>
          <p:cNvPr id="24" name="TextBox 23">
            <a:extLst>
              <a:ext uri="{FF2B5EF4-FFF2-40B4-BE49-F238E27FC236}">
                <a16:creationId xmlns:a16="http://schemas.microsoft.com/office/drawing/2014/main" id="{AFA23AE6-1982-AD80-F98F-921ED8FA1C1A}"/>
              </a:ext>
            </a:extLst>
          </p:cNvPr>
          <p:cNvSpPr txBox="1"/>
          <p:nvPr/>
        </p:nvSpPr>
        <p:spPr>
          <a:xfrm>
            <a:off x="11169970" y="2852569"/>
            <a:ext cx="295845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Bearing Estimation</a:t>
            </a:r>
          </a:p>
        </p:txBody>
      </p:sp>
      <p:pic>
        <p:nvPicPr>
          <p:cNvPr id="26" name="Picture 25">
            <a:extLst>
              <a:ext uri="{FF2B5EF4-FFF2-40B4-BE49-F238E27FC236}">
                <a16:creationId xmlns:a16="http://schemas.microsoft.com/office/drawing/2014/main" id="{FBF80C96-23FD-9F02-CA74-3B9678F84EE4}"/>
              </a:ext>
            </a:extLst>
          </p:cNvPr>
          <p:cNvPicPr>
            <a:picLocks noChangeAspect="1"/>
          </p:cNvPicPr>
          <p:nvPr/>
        </p:nvPicPr>
        <p:blipFill>
          <a:blip r:embed="rId8"/>
          <a:stretch>
            <a:fillRect/>
          </a:stretch>
        </p:blipFill>
        <p:spPr>
          <a:xfrm>
            <a:off x="11169970" y="5466707"/>
            <a:ext cx="4278734" cy="1531766"/>
          </a:xfrm>
          <a:prstGeom prst="rect">
            <a:avLst/>
          </a:prstGeom>
        </p:spPr>
      </p:pic>
    </p:spTree>
    <p:extLst>
      <p:ext uri="{BB962C8B-B14F-4D97-AF65-F5344CB8AC3E}">
        <p14:creationId xmlns:p14="http://schemas.microsoft.com/office/powerpoint/2010/main" val="1285750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ADE91-A083-8F60-3FEB-07B71A592C7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F0B4D9E-05FC-E68C-585D-84DC8F49D058}"/>
              </a:ext>
            </a:extLst>
          </p:cNvPr>
          <p:cNvGrpSpPr/>
          <p:nvPr/>
        </p:nvGrpSpPr>
        <p:grpSpPr>
          <a:xfrm>
            <a:off x="2971800" y="281365"/>
            <a:ext cx="12344400" cy="1845097"/>
            <a:chOff x="0" y="-123825"/>
            <a:chExt cx="11704320" cy="1749425"/>
          </a:xfrm>
        </p:grpSpPr>
        <p:sp>
          <p:nvSpPr>
            <p:cNvPr id="3" name="Freeform 3">
              <a:extLst>
                <a:ext uri="{FF2B5EF4-FFF2-40B4-BE49-F238E27FC236}">
                  <a16:creationId xmlns:a16="http://schemas.microsoft.com/office/drawing/2014/main" id="{079B9C42-CBBE-45D5-6BA3-5EA7F5C23E2D}"/>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a:extLst>
                <a:ext uri="{FF2B5EF4-FFF2-40B4-BE49-F238E27FC236}">
                  <a16:creationId xmlns:a16="http://schemas.microsoft.com/office/drawing/2014/main" id="{1509258F-E0CA-3CA4-8527-6A7C0C499A08}"/>
                </a:ext>
              </a:extLst>
            </p:cNvPr>
            <p:cNvSpPr txBox="1"/>
            <p:nvPr/>
          </p:nvSpPr>
          <p:spPr>
            <a:xfrm>
              <a:off x="0" y="-123825"/>
              <a:ext cx="11704320" cy="1749425"/>
            </a:xfrm>
            <a:prstGeom prst="rect">
              <a:avLst/>
            </a:prstGeom>
          </p:spPr>
          <p:txBody>
            <a:bodyPr lIns="0" tIns="0" rIns="0" bIns="0" rtlCol="0" anchor="ctr"/>
            <a:lstStyle/>
            <a:p>
              <a:pPr algn="ctr">
                <a:lnSpc>
                  <a:spcPts val="7200"/>
                </a:lnSpc>
              </a:pPr>
              <a:r>
                <a:rPr lang="en-IN" sz="6000" dirty="0"/>
                <a:t>Target Prioritization Model</a:t>
              </a:r>
              <a:endParaRPr lang="en-US" sz="6000" dirty="0">
                <a:solidFill>
                  <a:srgbClr val="000000"/>
                </a:solidFill>
                <a:latin typeface="Calibri (MS)"/>
                <a:ea typeface="Calibri (MS)"/>
                <a:cs typeface="Calibri (MS)"/>
                <a:sym typeface="Calibri (MS)"/>
              </a:endParaRPr>
            </a:p>
          </p:txBody>
        </p:sp>
      </p:grpSp>
      <p:grpSp>
        <p:nvGrpSpPr>
          <p:cNvPr id="5" name="Group 5">
            <a:extLst>
              <a:ext uri="{FF2B5EF4-FFF2-40B4-BE49-F238E27FC236}">
                <a16:creationId xmlns:a16="http://schemas.microsoft.com/office/drawing/2014/main" id="{1FEB2750-4784-236A-6393-AB62603F0629}"/>
              </a:ext>
            </a:extLst>
          </p:cNvPr>
          <p:cNvGrpSpPr/>
          <p:nvPr/>
        </p:nvGrpSpPr>
        <p:grpSpPr>
          <a:xfrm>
            <a:off x="685800" y="702945"/>
            <a:ext cx="2958504" cy="902805"/>
            <a:chOff x="0" y="0"/>
            <a:chExt cx="2805100" cy="855993"/>
          </a:xfrm>
        </p:grpSpPr>
        <p:sp>
          <p:nvSpPr>
            <p:cNvPr id="6" name="Freeform 6">
              <a:extLst>
                <a:ext uri="{FF2B5EF4-FFF2-40B4-BE49-F238E27FC236}">
                  <a16:creationId xmlns:a16="http://schemas.microsoft.com/office/drawing/2014/main" id="{908B8467-6D96-F2BC-EA5F-6EAB6620F1B3}"/>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8" name="Freeform 8">
            <a:extLst>
              <a:ext uri="{FF2B5EF4-FFF2-40B4-BE49-F238E27FC236}">
                <a16:creationId xmlns:a16="http://schemas.microsoft.com/office/drawing/2014/main" id="{77427508-8D97-992C-C72B-9730A9284960}"/>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13" name="Group 13">
            <a:extLst>
              <a:ext uri="{FF2B5EF4-FFF2-40B4-BE49-F238E27FC236}">
                <a16:creationId xmlns:a16="http://schemas.microsoft.com/office/drawing/2014/main" id="{17557AEB-8681-F84B-0C0F-7C6D6F9DFD06}"/>
              </a:ext>
            </a:extLst>
          </p:cNvPr>
          <p:cNvGrpSpPr/>
          <p:nvPr/>
        </p:nvGrpSpPr>
        <p:grpSpPr>
          <a:xfrm>
            <a:off x="15187594" y="697490"/>
            <a:ext cx="2404774" cy="1132521"/>
            <a:chOff x="0" y="0"/>
            <a:chExt cx="2280082" cy="1073798"/>
          </a:xfrm>
        </p:grpSpPr>
        <p:sp>
          <p:nvSpPr>
            <p:cNvPr id="14" name="Freeform 14" descr="icot 2023 Trifold Brochure_14.02.2023">
              <a:extLst>
                <a:ext uri="{FF2B5EF4-FFF2-40B4-BE49-F238E27FC236}">
                  <a16:creationId xmlns:a16="http://schemas.microsoft.com/office/drawing/2014/main" id="{913855F3-8D61-064F-1717-8A837958277F}"/>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16" name="Group 7">
            <a:extLst>
              <a:ext uri="{FF2B5EF4-FFF2-40B4-BE49-F238E27FC236}">
                <a16:creationId xmlns:a16="http://schemas.microsoft.com/office/drawing/2014/main" id="{EB005B25-9DA9-8423-EF4A-0C4876F5F6C3}"/>
              </a:ext>
            </a:extLst>
          </p:cNvPr>
          <p:cNvGrpSpPr/>
          <p:nvPr/>
        </p:nvGrpSpPr>
        <p:grpSpPr>
          <a:xfrm>
            <a:off x="914399" y="9441570"/>
            <a:ext cx="5257801" cy="640640"/>
            <a:chOff x="-1950720" y="-88132"/>
            <a:chExt cx="4985173" cy="607421"/>
          </a:xfrm>
        </p:grpSpPr>
        <p:sp>
          <p:nvSpPr>
            <p:cNvPr id="17" name="Freeform 8">
              <a:extLst>
                <a:ext uri="{FF2B5EF4-FFF2-40B4-BE49-F238E27FC236}">
                  <a16:creationId xmlns:a16="http://schemas.microsoft.com/office/drawing/2014/main" id="{F6DE4D8A-5035-A78C-A670-5299770860FE}"/>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18" name="TextBox 9">
              <a:extLst>
                <a:ext uri="{FF2B5EF4-FFF2-40B4-BE49-F238E27FC236}">
                  <a16:creationId xmlns:a16="http://schemas.microsoft.com/office/drawing/2014/main" id="{7D4DB691-5948-2451-0E5B-C1663D7B42AA}"/>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
        <p:nvSpPr>
          <p:cNvPr id="7" name="TextBox 6">
            <a:extLst>
              <a:ext uri="{FF2B5EF4-FFF2-40B4-BE49-F238E27FC236}">
                <a16:creationId xmlns:a16="http://schemas.microsoft.com/office/drawing/2014/main" id="{F32285E4-4840-3F4B-B70F-BAC7A0AE35F0}"/>
              </a:ext>
            </a:extLst>
          </p:cNvPr>
          <p:cNvSpPr txBox="1"/>
          <p:nvPr/>
        </p:nvSpPr>
        <p:spPr>
          <a:xfrm>
            <a:off x="3812566" y="2356766"/>
            <a:ext cx="2958450"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Priority Score</a:t>
            </a:r>
          </a:p>
        </p:txBody>
      </p:sp>
      <p:pic>
        <p:nvPicPr>
          <p:cNvPr id="12" name="Picture 11">
            <a:extLst>
              <a:ext uri="{FF2B5EF4-FFF2-40B4-BE49-F238E27FC236}">
                <a16:creationId xmlns:a16="http://schemas.microsoft.com/office/drawing/2014/main" id="{CE7AD5F1-948E-70E1-2454-34FC3726F8CC}"/>
              </a:ext>
            </a:extLst>
          </p:cNvPr>
          <p:cNvPicPr>
            <a:picLocks noChangeAspect="1"/>
          </p:cNvPicPr>
          <p:nvPr/>
        </p:nvPicPr>
        <p:blipFill>
          <a:blip r:embed="rId5"/>
          <a:stretch>
            <a:fillRect/>
          </a:stretch>
        </p:blipFill>
        <p:spPr>
          <a:xfrm>
            <a:off x="1600200" y="3024636"/>
            <a:ext cx="6441252" cy="942369"/>
          </a:xfrm>
          <a:prstGeom prst="rect">
            <a:avLst/>
          </a:prstGeom>
        </p:spPr>
      </p:pic>
      <p:pic>
        <p:nvPicPr>
          <p:cNvPr id="20" name="Picture 19">
            <a:extLst>
              <a:ext uri="{FF2B5EF4-FFF2-40B4-BE49-F238E27FC236}">
                <a16:creationId xmlns:a16="http://schemas.microsoft.com/office/drawing/2014/main" id="{A4D74363-8B70-D312-9B2D-7A1B3C6C3BDF}"/>
              </a:ext>
            </a:extLst>
          </p:cNvPr>
          <p:cNvPicPr>
            <a:picLocks noChangeAspect="1"/>
          </p:cNvPicPr>
          <p:nvPr/>
        </p:nvPicPr>
        <p:blipFill>
          <a:blip r:embed="rId6"/>
          <a:stretch>
            <a:fillRect/>
          </a:stretch>
        </p:blipFill>
        <p:spPr>
          <a:xfrm>
            <a:off x="1683467" y="4023549"/>
            <a:ext cx="5277097" cy="1729551"/>
          </a:xfrm>
          <a:prstGeom prst="rect">
            <a:avLst/>
          </a:prstGeom>
        </p:spPr>
      </p:pic>
      <p:pic>
        <p:nvPicPr>
          <p:cNvPr id="25" name="Picture 24">
            <a:extLst>
              <a:ext uri="{FF2B5EF4-FFF2-40B4-BE49-F238E27FC236}">
                <a16:creationId xmlns:a16="http://schemas.microsoft.com/office/drawing/2014/main" id="{D185AB22-47CA-5185-8F42-B22FD5FDA629}"/>
              </a:ext>
            </a:extLst>
          </p:cNvPr>
          <p:cNvPicPr>
            <a:picLocks noChangeAspect="1"/>
          </p:cNvPicPr>
          <p:nvPr/>
        </p:nvPicPr>
        <p:blipFill>
          <a:blip r:embed="rId7"/>
          <a:stretch>
            <a:fillRect/>
          </a:stretch>
        </p:blipFill>
        <p:spPr>
          <a:xfrm>
            <a:off x="1756747" y="6088505"/>
            <a:ext cx="2815253" cy="1417470"/>
          </a:xfrm>
          <a:prstGeom prst="rect">
            <a:avLst/>
          </a:prstGeom>
        </p:spPr>
      </p:pic>
      <p:pic>
        <p:nvPicPr>
          <p:cNvPr id="28" name="Picture 27">
            <a:extLst>
              <a:ext uri="{FF2B5EF4-FFF2-40B4-BE49-F238E27FC236}">
                <a16:creationId xmlns:a16="http://schemas.microsoft.com/office/drawing/2014/main" id="{3F1F2565-18ED-1F04-4701-97A091B69B04}"/>
              </a:ext>
            </a:extLst>
          </p:cNvPr>
          <p:cNvPicPr>
            <a:picLocks noChangeAspect="1"/>
          </p:cNvPicPr>
          <p:nvPr/>
        </p:nvPicPr>
        <p:blipFill>
          <a:blip r:embed="rId8"/>
          <a:stretch>
            <a:fillRect/>
          </a:stretch>
        </p:blipFill>
        <p:spPr>
          <a:xfrm>
            <a:off x="5257800" y="5995552"/>
            <a:ext cx="4311874" cy="1578269"/>
          </a:xfrm>
          <a:prstGeom prst="rect">
            <a:avLst/>
          </a:prstGeom>
        </p:spPr>
      </p:pic>
      <p:pic>
        <p:nvPicPr>
          <p:cNvPr id="30" name="Picture 29">
            <a:extLst>
              <a:ext uri="{FF2B5EF4-FFF2-40B4-BE49-F238E27FC236}">
                <a16:creationId xmlns:a16="http://schemas.microsoft.com/office/drawing/2014/main" id="{6D48723D-F1FD-6573-C8C6-F440CDA5520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982200" y="2246122"/>
            <a:ext cx="7392521" cy="6670595"/>
          </a:xfrm>
          <a:prstGeom prst="rect">
            <a:avLst/>
          </a:prstGeom>
        </p:spPr>
      </p:pic>
    </p:spTree>
    <p:extLst>
      <p:ext uri="{BB962C8B-B14F-4D97-AF65-F5344CB8AC3E}">
        <p14:creationId xmlns:p14="http://schemas.microsoft.com/office/powerpoint/2010/main" val="1705541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dirty="0">
                  <a:solidFill>
                    <a:srgbClr val="000000"/>
                  </a:solidFill>
                  <a:latin typeface="Calibri (MS)"/>
                  <a:ea typeface="Calibri (MS)"/>
                  <a:cs typeface="Calibri (MS)"/>
                  <a:sym typeface="Calibri (MS)"/>
                </a:rPr>
                <a:t>    </a:t>
              </a:r>
              <a:r>
                <a:rPr lang="en-IN" sz="6000" dirty="0"/>
                <a:t>Model Performance</a:t>
              </a:r>
              <a:endParaRPr lang="en-US" sz="6000" dirty="0">
                <a:solidFill>
                  <a:srgbClr val="000000"/>
                </a:solidFill>
                <a:latin typeface="Calibri (MS)"/>
                <a:ea typeface="Calibri (MS)"/>
                <a:cs typeface="Calibri (MS)"/>
                <a:sym typeface="Calibri (MS)"/>
              </a:endParaRPr>
            </a:p>
          </p:txBody>
        </p:sp>
      </p:grpSp>
      <p:sp>
        <p:nvSpPr>
          <p:cNvPr id="16" name="TextBox 16"/>
          <p:cNvSpPr txBox="1"/>
          <p:nvPr/>
        </p:nvSpPr>
        <p:spPr>
          <a:xfrm>
            <a:off x="1983658" y="2219414"/>
            <a:ext cx="6365997" cy="2903359"/>
          </a:xfrm>
          <a:prstGeom prst="rect">
            <a:avLst/>
          </a:prstGeom>
        </p:spPr>
        <p:txBody>
          <a:bodyPr lIns="0" tIns="0" rIns="0" bIns="0" rtlCol="0" anchor="t">
            <a:spAutoFit/>
          </a:bodyPr>
          <a:lstStyle/>
          <a:p>
            <a:pPr algn="just">
              <a:lnSpc>
                <a:spcPts val="3172"/>
              </a:lnSpc>
            </a:pPr>
            <a:r>
              <a:rPr lang="en-US" sz="2800" b="1" dirty="0">
                <a:solidFill>
                  <a:srgbClr val="5170FF"/>
                </a:solidFill>
                <a:latin typeface="Times New Roman" panose="02020603050405020304" pitchFamily="18" charset="0"/>
                <a:ea typeface="Calibri (MS) Bold"/>
                <a:cs typeface="Times New Roman" panose="02020603050405020304" pitchFamily="18" charset="0"/>
                <a:sym typeface="Calibri (MS) Bold"/>
              </a:rPr>
              <a:t>Evaluation Metrics</a:t>
            </a:r>
          </a:p>
          <a:p>
            <a:pPr algn="just">
              <a:lnSpc>
                <a:spcPts val="3172"/>
              </a:lnSpc>
            </a:pPr>
            <a:endParaRPr lang="en-US" sz="2643" b="1" dirty="0">
              <a:solidFill>
                <a:srgbClr val="5170FF"/>
              </a:solidFill>
              <a:latin typeface="Times New Roman" panose="02020603050405020304" pitchFamily="18" charset="0"/>
              <a:ea typeface="Calibri (MS) Bold"/>
              <a:cs typeface="Times New Roman" panose="02020603050405020304" pitchFamily="18" charset="0"/>
              <a:sym typeface="Calibri (MS) Bold"/>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mAP@0.5: </a:t>
            </a:r>
            <a:r>
              <a:rPr lang="en-US" sz="2800" dirty="0">
                <a:latin typeface="Times New Roman" panose="02020603050405020304" pitchFamily="18" charset="0"/>
                <a:cs typeface="Times New Roman" panose="02020603050405020304" pitchFamily="18" charset="0"/>
              </a:rPr>
              <a:t>82.6%</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Human Detection </a:t>
            </a:r>
            <a:r>
              <a:rPr lang="en-US" sz="2800" b="1" dirty="0" err="1">
                <a:latin typeface="Times New Roman" panose="02020603050405020304" pitchFamily="18" charset="0"/>
                <a:cs typeface="Times New Roman" panose="02020603050405020304" pitchFamily="18" charset="0"/>
              </a:rPr>
              <a:t>mAP</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85.2%</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Precision: </a:t>
            </a:r>
            <a:r>
              <a:rPr lang="en-US" sz="2800" dirty="0">
                <a:latin typeface="Times New Roman" panose="02020603050405020304" pitchFamily="18" charset="0"/>
                <a:cs typeface="Times New Roman" panose="02020603050405020304" pitchFamily="18" charset="0"/>
              </a:rPr>
              <a:t>73.7%</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Recall: </a:t>
            </a:r>
            <a:r>
              <a:rPr lang="en-US" sz="2800" dirty="0">
                <a:latin typeface="Times New Roman" panose="02020603050405020304" pitchFamily="18" charset="0"/>
                <a:cs typeface="Times New Roman" panose="02020603050405020304" pitchFamily="18" charset="0"/>
              </a:rPr>
              <a:t>86.8%</a:t>
            </a:r>
          </a:p>
          <a:p>
            <a:pPr algn="just">
              <a:lnSpc>
                <a:spcPts val="2834"/>
              </a:lnSpc>
            </a:pPr>
            <a:endParaRPr lang="en-US" sz="2643" b="1" dirty="0">
              <a:solidFill>
                <a:srgbClr val="5170FF"/>
              </a:solidFill>
              <a:latin typeface="Times New Roman" panose="02020603050405020304" pitchFamily="18" charset="0"/>
              <a:ea typeface="Calibri (MS) Bold"/>
              <a:cs typeface="Times New Roman" panose="02020603050405020304" pitchFamily="18" charset="0"/>
              <a:sym typeface="Calibri (MS) Bold"/>
            </a:endParaRPr>
          </a:p>
        </p:txBody>
      </p:sp>
      <p:grpSp>
        <p:nvGrpSpPr>
          <p:cNvPr id="17" name="Group 5">
            <a:extLst>
              <a:ext uri="{FF2B5EF4-FFF2-40B4-BE49-F238E27FC236}">
                <a16:creationId xmlns:a16="http://schemas.microsoft.com/office/drawing/2014/main" id="{4E707450-70B1-8621-C405-47C3F28D8C1A}"/>
              </a:ext>
            </a:extLst>
          </p:cNvPr>
          <p:cNvGrpSpPr/>
          <p:nvPr/>
        </p:nvGrpSpPr>
        <p:grpSpPr>
          <a:xfrm>
            <a:off x="685800" y="702945"/>
            <a:ext cx="2958504" cy="902805"/>
            <a:chOff x="0" y="0"/>
            <a:chExt cx="2805100" cy="855993"/>
          </a:xfrm>
        </p:grpSpPr>
        <p:sp>
          <p:nvSpPr>
            <p:cNvPr id="18" name="Freeform 6">
              <a:extLst>
                <a:ext uri="{FF2B5EF4-FFF2-40B4-BE49-F238E27FC236}">
                  <a16:creationId xmlns:a16="http://schemas.microsoft.com/office/drawing/2014/main" id="{BF7575FC-49C0-C789-7563-203A75D89C10}"/>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20" name="Freeform 8">
            <a:extLst>
              <a:ext uri="{FF2B5EF4-FFF2-40B4-BE49-F238E27FC236}">
                <a16:creationId xmlns:a16="http://schemas.microsoft.com/office/drawing/2014/main" id="{FD848EB1-0839-156F-21E8-3F34DDA10848}"/>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25" name="Group 13">
            <a:extLst>
              <a:ext uri="{FF2B5EF4-FFF2-40B4-BE49-F238E27FC236}">
                <a16:creationId xmlns:a16="http://schemas.microsoft.com/office/drawing/2014/main" id="{518C5FC5-F3EE-F685-5650-3F98469CE290}"/>
              </a:ext>
            </a:extLst>
          </p:cNvPr>
          <p:cNvGrpSpPr/>
          <p:nvPr/>
        </p:nvGrpSpPr>
        <p:grpSpPr>
          <a:xfrm>
            <a:off x="15187594" y="697490"/>
            <a:ext cx="2404774" cy="1132521"/>
            <a:chOff x="0" y="0"/>
            <a:chExt cx="2280082" cy="1073798"/>
          </a:xfrm>
        </p:grpSpPr>
        <p:sp>
          <p:nvSpPr>
            <p:cNvPr id="26" name="Freeform 14" descr="icot 2023 Trifold Brochure_14.02.2023">
              <a:extLst>
                <a:ext uri="{FF2B5EF4-FFF2-40B4-BE49-F238E27FC236}">
                  <a16:creationId xmlns:a16="http://schemas.microsoft.com/office/drawing/2014/main" id="{16E71AEA-EA41-5CDD-F679-A7DD1CD2A8FA}"/>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27" name="Group 7">
            <a:extLst>
              <a:ext uri="{FF2B5EF4-FFF2-40B4-BE49-F238E27FC236}">
                <a16:creationId xmlns:a16="http://schemas.microsoft.com/office/drawing/2014/main" id="{A7549854-D3AB-F1C6-ED4E-5A3A70165D9B}"/>
              </a:ext>
            </a:extLst>
          </p:cNvPr>
          <p:cNvGrpSpPr/>
          <p:nvPr/>
        </p:nvGrpSpPr>
        <p:grpSpPr>
          <a:xfrm>
            <a:off x="914399" y="9441570"/>
            <a:ext cx="5257801" cy="640640"/>
            <a:chOff x="-1950720" y="-88132"/>
            <a:chExt cx="4985173" cy="607421"/>
          </a:xfrm>
        </p:grpSpPr>
        <p:sp>
          <p:nvSpPr>
            <p:cNvPr id="28" name="Freeform 8">
              <a:extLst>
                <a:ext uri="{FF2B5EF4-FFF2-40B4-BE49-F238E27FC236}">
                  <a16:creationId xmlns:a16="http://schemas.microsoft.com/office/drawing/2014/main" id="{4D92BCF9-3088-B2B4-F90E-6C7803454338}"/>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29" name="TextBox 9">
              <a:extLst>
                <a:ext uri="{FF2B5EF4-FFF2-40B4-BE49-F238E27FC236}">
                  <a16:creationId xmlns:a16="http://schemas.microsoft.com/office/drawing/2014/main" id="{8175C961-75AB-83D5-DE78-EA6F3ED94970}"/>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pic>
        <p:nvPicPr>
          <p:cNvPr id="33" name="Picture 32">
            <a:extLst>
              <a:ext uri="{FF2B5EF4-FFF2-40B4-BE49-F238E27FC236}">
                <a16:creationId xmlns:a16="http://schemas.microsoft.com/office/drawing/2014/main" id="{B1B489F9-752F-A90A-26C1-8C2126706D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34400" y="3062302"/>
            <a:ext cx="9372622" cy="4686311"/>
          </a:xfrm>
          <a:prstGeom prst="rect">
            <a:avLst/>
          </a:prstGeom>
        </p:spPr>
      </p:pic>
      <p:sp>
        <p:nvSpPr>
          <p:cNvPr id="35" name="TextBox 16">
            <a:extLst>
              <a:ext uri="{FF2B5EF4-FFF2-40B4-BE49-F238E27FC236}">
                <a16:creationId xmlns:a16="http://schemas.microsoft.com/office/drawing/2014/main" id="{632AA406-7D94-7EA7-0933-79B9B94BC13B}"/>
              </a:ext>
            </a:extLst>
          </p:cNvPr>
          <p:cNvSpPr txBox="1"/>
          <p:nvPr/>
        </p:nvSpPr>
        <p:spPr>
          <a:xfrm>
            <a:off x="1983658" y="5224412"/>
            <a:ext cx="6273625" cy="2544286"/>
          </a:xfrm>
          <a:prstGeom prst="rect">
            <a:avLst/>
          </a:prstGeom>
        </p:spPr>
        <p:txBody>
          <a:bodyPr wrap="square" lIns="0" tIns="0" rIns="0" bIns="0" rtlCol="0" anchor="t">
            <a:spAutoFit/>
          </a:bodyPr>
          <a:lstStyle/>
          <a:p>
            <a:pPr algn="just">
              <a:lnSpc>
                <a:spcPts val="3172"/>
              </a:lnSpc>
            </a:pPr>
            <a:r>
              <a:rPr lang="en-US" sz="2800" b="1" dirty="0">
                <a:solidFill>
                  <a:srgbClr val="5170FF"/>
                </a:solidFill>
                <a:latin typeface="Times New Roman" panose="02020603050405020304" pitchFamily="18" charset="0"/>
                <a:ea typeface="Calibri (MS) Bold"/>
                <a:cs typeface="Times New Roman" panose="02020603050405020304" pitchFamily="18" charset="0"/>
                <a:sym typeface="Calibri (MS) Bold"/>
              </a:rPr>
              <a:t>Key Observations:</a:t>
            </a:r>
          </a:p>
          <a:p>
            <a:pPr algn="just">
              <a:lnSpc>
                <a:spcPts val="3172"/>
              </a:lnSpc>
            </a:pPr>
            <a:endParaRPr lang="en-US"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Strong performance on </a:t>
            </a:r>
            <a:r>
              <a:rPr lang="en-US" sz="2800" b="1" dirty="0">
                <a:latin typeface="Times New Roman" panose="02020603050405020304" pitchFamily="18" charset="0"/>
                <a:cs typeface="Times New Roman" panose="02020603050405020304" pitchFamily="18" charset="0"/>
              </a:rPr>
              <a:t>human detection (rescue-critical class)</a:t>
            </a:r>
            <a:r>
              <a:rPr lang="en-US" sz="2800" dirty="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High recall → </a:t>
            </a:r>
            <a:r>
              <a:rPr lang="en-US" sz="2800" b="1" dirty="0">
                <a:latin typeface="Times New Roman" panose="02020603050405020304" pitchFamily="18" charset="0"/>
                <a:cs typeface="Times New Roman" panose="02020603050405020304" pitchFamily="18" charset="0"/>
              </a:rPr>
              <a:t>low missed detections</a:t>
            </a:r>
            <a:r>
              <a:rPr lang="en-US" sz="2800" dirty="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Stable performance across test data</a:t>
            </a:r>
          </a:p>
        </p:txBody>
      </p:sp>
      <p:sp>
        <p:nvSpPr>
          <p:cNvPr id="37" name="TextBox 16">
            <a:extLst>
              <a:ext uri="{FF2B5EF4-FFF2-40B4-BE49-F238E27FC236}">
                <a16:creationId xmlns:a16="http://schemas.microsoft.com/office/drawing/2014/main" id="{B574A9F4-67F8-EB4D-EF08-0E0EB19D9B28}"/>
              </a:ext>
            </a:extLst>
          </p:cNvPr>
          <p:cNvSpPr txBox="1"/>
          <p:nvPr/>
        </p:nvSpPr>
        <p:spPr>
          <a:xfrm>
            <a:off x="11049000" y="7748613"/>
            <a:ext cx="5943600" cy="379912"/>
          </a:xfrm>
          <a:prstGeom prst="rect">
            <a:avLst/>
          </a:prstGeom>
        </p:spPr>
        <p:txBody>
          <a:bodyPr wrap="square" lIns="0" tIns="0" rIns="0" bIns="0" rtlCol="0" anchor="t">
            <a:spAutoFit/>
          </a:bodyPr>
          <a:lstStyle/>
          <a:p>
            <a:pPr algn="just">
              <a:lnSpc>
                <a:spcPts val="3172"/>
              </a:lnSpc>
            </a:pPr>
            <a:r>
              <a:rPr lang="en-US" sz="2400" dirty="0">
                <a:latin typeface="Times New Roman" panose="02020603050405020304" pitchFamily="18" charset="0"/>
                <a:cs typeface="Times New Roman" panose="02020603050405020304" pitchFamily="18" charset="0"/>
              </a:rPr>
              <a:t>Training curve (loss + </a:t>
            </a:r>
            <a:r>
              <a:rPr lang="en-US" sz="2400" dirty="0" err="1">
                <a:latin typeface="Times New Roman" panose="02020603050405020304" pitchFamily="18" charset="0"/>
                <a:cs typeface="Times New Roman" panose="02020603050405020304" pitchFamily="18" charset="0"/>
              </a:rPr>
              <a:t>mAP</a:t>
            </a:r>
            <a:r>
              <a:rPr lang="en-US" sz="2400" dirty="0">
                <a:latin typeface="Times New Roman" panose="02020603050405020304" pitchFamily="18" charset="0"/>
                <a:cs typeface="Times New Roman" panose="02020603050405020304" pitchFamily="18" charset="0"/>
              </a:rPr>
              <a:t> vs epochs)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72ACD-4048-6B2F-A218-03B08EEB9DC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FD3450-98DC-4333-6432-B78B0D9001C2}"/>
              </a:ext>
            </a:extLst>
          </p:cNvPr>
          <p:cNvGrpSpPr/>
          <p:nvPr/>
        </p:nvGrpSpPr>
        <p:grpSpPr>
          <a:xfrm>
            <a:off x="2971800" y="411962"/>
            <a:ext cx="12344400" cy="1714500"/>
            <a:chOff x="0" y="0"/>
            <a:chExt cx="11704320" cy="1625600"/>
          </a:xfrm>
        </p:grpSpPr>
        <p:sp>
          <p:nvSpPr>
            <p:cNvPr id="3" name="Freeform 3">
              <a:extLst>
                <a:ext uri="{FF2B5EF4-FFF2-40B4-BE49-F238E27FC236}">
                  <a16:creationId xmlns:a16="http://schemas.microsoft.com/office/drawing/2014/main" id="{5844873A-B016-D9BA-3471-6172C3937D3F}"/>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a:extLst>
                <a:ext uri="{FF2B5EF4-FFF2-40B4-BE49-F238E27FC236}">
                  <a16:creationId xmlns:a16="http://schemas.microsoft.com/office/drawing/2014/main" id="{BF34E8BF-E301-EE83-342E-243DF46940C9}"/>
                </a:ext>
              </a:extLst>
            </p:cNvPr>
            <p:cNvSpPr txBox="1"/>
            <p:nvPr/>
          </p:nvSpPr>
          <p:spPr>
            <a:xfrm>
              <a:off x="0" y="-123825"/>
              <a:ext cx="11704320" cy="1749425"/>
            </a:xfrm>
            <a:prstGeom prst="rect">
              <a:avLst/>
            </a:prstGeom>
          </p:spPr>
          <p:txBody>
            <a:bodyPr lIns="0" tIns="0" rIns="0" bIns="0" rtlCol="0" anchor="ctr"/>
            <a:lstStyle/>
            <a:p>
              <a:pPr algn="ctr">
                <a:lnSpc>
                  <a:spcPts val="7200"/>
                </a:lnSpc>
              </a:pPr>
              <a:r>
                <a:rPr lang="en-IN" sz="6000" dirty="0"/>
                <a:t>Performance Analysis</a:t>
              </a:r>
              <a:endParaRPr lang="en-US" sz="6000" dirty="0">
                <a:solidFill>
                  <a:srgbClr val="000000"/>
                </a:solidFill>
                <a:latin typeface="Calibri (MS)"/>
                <a:ea typeface="Calibri (MS)"/>
                <a:cs typeface="Calibri (MS)"/>
                <a:sym typeface="Calibri (MS)"/>
              </a:endParaRPr>
            </a:p>
          </p:txBody>
        </p:sp>
      </p:grpSp>
      <p:grpSp>
        <p:nvGrpSpPr>
          <p:cNvPr id="17" name="Group 5">
            <a:extLst>
              <a:ext uri="{FF2B5EF4-FFF2-40B4-BE49-F238E27FC236}">
                <a16:creationId xmlns:a16="http://schemas.microsoft.com/office/drawing/2014/main" id="{145CB011-BCAC-923F-4D33-73F2CA731EA6}"/>
              </a:ext>
            </a:extLst>
          </p:cNvPr>
          <p:cNvGrpSpPr/>
          <p:nvPr/>
        </p:nvGrpSpPr>
        <p:grpSpPr>
          <a:xfrm>
            <a:off x="685800" y="702945"/>
            <a:ext cx="2958504" cy="902805"/>
            <a:chOff x="0" y="0"/>
            <a:chExt cx="2805100" cy="855993"/>
          </a:xfrm>
        </p:grpSpPr>
        <p:sp>
          <p:nvSpPr>
            <p:cNvPr id="18" name="Freeform 6">
              <a:extLst>
                <a:ext uri="{FF2B5EF4-FFF2-40B4-BE49-F238E27FC236}">
                  <a16:creationId xmlns:a16="http://schemas.microsoft.com/office/drawing/2014/main" id="{DEECB500-5564-2434-5858-7CA346E0423F}"/>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20" name="Freeform 8">
            <a:extLst>
              <a:ext uri="{FF2B5EF4-FFF2-40B4-BE49-F238E27FC236}">
                <a16:creationId xmlns:a16="http://schemas.microsoft.com/office/drawing/2014/main" id="{85DE5011-A17E-8959-3BF8-3531E0FCAEDF}"/>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25" name="Group 13">
            <a:extLst>
              <a:ext uri="{FF2B5EF4-FFF2-40B4-BE49-F238E27FC236}">
                <a16:creationId xmlns:a16="http://schemas.microsoft.com/office/drawing/2014/main" id="{B89737D7-1A97-019F-DDAE-BC28651E345B}"/>
              </a:ext>
            </a:extLst>
          </p:cNvPr>
          <p:cNvGrpSpPr/>
          <p:nvPr/>
        </p:nvGrpSpPr>
        <p:grpSpPr>
          <a:xfrm>
            <a:off x="15187594" y="697490"/>
            <a:ext cx="2404774" cy="1132521"/>
            <a:chOff x="0" y="0"/>
            <a:chExt cx="2280082" cy="1073798"/>
          </a:xfrm>
        </p:grpSpPr>
        <p:sp>
          <p:nvSpPr>
            <p:cNvPr id="26" name="Freeform 14" descr="icot 2023 Trifold Brochure_14.02.2023">
              <a:extLst>
                <a:ext uri="{FF2B5EF4-FFF2-40B4-BE49-F238E27FC236}">
                  <a16:creationId xmlns:a16="http://schemas.microsoft.com/office/drawing/2014/main" id="{817421EE-9203-FB4C-4396-AD78D744D3F1}"/>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27" name="Group 7">
            <a:extLst>
              <a:ext uri="{FF2B5EF4-FFF2-40B4-BE49-F238E27FC236}">
                <a16:creationId xmlns:a16="http://schemas.microsoft.com/office/drawing/2014/main" id="{B0CE1F16-F594-738B-E5D9-2696C308A6F9}"/>
              </a:ext>
            </a:extLst>
          </p:cNvPr>
          <p:cNvGrpSpPr/>
          <p:nvPr/>
        </p:nvGrpSpPr>
        <p:grpSpPr>
          <a:xfrm>
            <a:off x="914399" y="9441570"/>
            <a:ext cx="5257801" cy="640640"/>
            <a:chOff x="-1950720" y="-88132"/>
            <a:chExt cx="4985173" cy="607421"/>
          </a:xfrm>
        </p:grpSpPr>
        <p:sp>
          <p:nvSpPr>
            <p:cNvPr id="28" name="Freeform 8">
              <a:extLst>
                <a:ext uri="{FF2B5EF4-FFF2-40B4-BE49-F238E27FC236}">
                  <a16:creationId xmlns:a16="http://schemas.microsoft.com/office/drawing/2014/main" id="{9728EC3D-CCFB-E5C8-5AF8-6F6C2A5E0127}"/>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29" name="TextBox 9">
              <a:extLst>
                <a:ext uri="{FF2B5EF4-FFF2-40B4-BE49-F238E27FC236}">
                  <a16:creationId xmlns:a16="http://schemas.microsoft.com/office/drawing/2014/main" id="{19DE06E5-A102-3EAF-7147-6DE5E1DDA498}"/>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
        <p:nvSpPr>
          <p:cNvPr id="5" name="TextBox 16">
            <a:extLst>
              <a:ext uri="{FF2B5EF4-FFF2-40B4-BE49-F238E27FC236}">
                <a16:creationId xmlns:a16="http://schemas.microsoft.com/office/drawing/2014/main" id="{516F48D7-F4E4-41C0-05B1-300C2A15771D}"/>
              </a:ext>
            </a:extLst>
          </p:cNvPr>
          <p:cNvSpPr txBox="1"/>
          <p:nvPr/>
        </p:nvSpPr>
        <p:spPr>
          <a:xfrm>
            <a:off x="1676400" y="2126462"/>
            <a:ext cx="6365997" cy="1559401"/>
          </a:xfrm>
          <a:prstGeom prst="rect">
            <a:avLst/>
          </a:prstGeom>
        </p:spPr>
        <p:txBody>
          <a:bodyPr lIns="0" tIns="0" rIns="0" bIns="0" rtlCol="0" anchor="t">
            <a:spAutoFit/>
          </a:bodyPr>
          <a:lstStyle/>
          <a:p>
            <a:pPr algn="just">
              <a:lnSpc>
                <a:spcPts val="3172"/>
              </a:lnSpc>
            </a:pPr>
            <a:r>
              <a:rPr lang="en-US" sz="2800" b="1" dirty="0">
                <a:solidFill>
                  <a:srgbClr val="5170FF"/>
                </a:solidFill>
                <a:latin typeface="Times New Roman" panose="02020603050405020304" pitchFamily="18" charset="0"/>
                <a:ea typeface="Calibri (MS) Bold"/>
                <a:cs typeface="Times New Roman" panose="02020603050405020304" pitchFamily="18" charset="0"/>
                <a:sym typeface="Calibri (MS) Bold"/>
              </a:rPr>
              <a:t>Precision–Recall Curve</a:t>
            </a:r>
          </a:p>
          <a:p>
            <a:pPr algn="just">
              <a:lnSpc>
                <a:spcPts val="3172"/>
              </a:lnSpc>
            </a:pPr>
            <a:endParaRPr lang="en-US" sz="2643" b="1" dirty="0">
              <a:solidFill>
                <a:srgbClr val="5170FF"/>
              </a:solidFill>
              <a:latin typeface="Times New Roman" panose="02020603050405020304" pitchFamily="18" charset="0"/>
              <a:ea typeface="Calibri (MS) Bold"/>
              <a:cs typeface="Times New Roman" panose="02020603050405020304" pitchFamily="18" charset="0"/>
              <a:sym typeface="Calibri (MS) Bold"/>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Shows balance between precision and recall</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Indicates </a:t>
            </a:r>
            <a:r>
              <a:rPr lang="en-IN" sz="2400" b="1" dirty="0">
                <a:latin typeface="Times New Roman" panose="02020603050405020304" pitchFamily="18" charset="0"/>
                <a:cs typeface="Times New Roman" panose="02020603050405020304" pitchFamily="18" charset="0"/>
              </a:rPr>
              <a:t>consistent detection performance</a:t>
            </a:r>
          </a:p>
        </p:txBody>
      </p:sp>
      <p:pic>
        <p:nvPicPr>
          <p:cNvPr id="8" name="Picture 7">
            <a:extLst>
              <a:ext uri="{FF2B5EF4-FFF2-40B4-BE49-F238E27FC236}">
                <a16:creationId xmlns:a16="http://schemas.microsoft.com/office/drawing/2014/main" id="{880D8DC6-D155-5B8D-EDB0-D91650FAB6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802" y="3867126"/>
            <a:ext cx="8229198" cy="5486132"/>
          </a:xfrm>
          <a:prstGeom prst="rect">
            <a:avLst/>
          </a:prstGeom>
        </p:spPr>
      </p:pic>
      <p:sp>
        <p:nvSpPr>
          <p:cNvPr id="9" name="TextBox 16">
            <a:extLst>
              <a:ext uri="{FF2B5EF4-FFF2-40B4-BE49-F238E27FC236}">
                <a16:creationId xmlns:a16="http://schemas.microsoft.com/office/drawing/2014/main" id="{70F59C3D-CB1A-A41D-0CCD-BD18215E7678}"/>
              </a:ext>
            </a:extLst>
          </p:cNvPr>
          <p:cNvSpPr txBox="1"/>
          <p:nvPr/>
        </p:nvSpPr>
        <p:spPr>
          <a:xfrm>
            <a:off x="10591800" y="2115525"/>
            <a:ext cx="6365997" cy="1559401"/>
          </a:xfrm>
          <a:prstGeom prst="rect">
            <a:avLst/>
          </a:prstGeom>
        </p:spPr>
        <p:txBody>
          <a:bodyPr lIns="0" tIns="0" rIns="0" bIns="0" rtlCol="0" anchor="t">
            <a:spAutoFit/>
          </a:bodyPr>
          <a:lstStyle/>
          <a:p>
            <a:pPr algn="just">
              <a:lnSpc>
                <a:spcPts val="3172"/>
              </a:lnSpc>
            </a:pPr>
            <a:r>
              <a:rPr lang="en-US" sz="2800" b="1" dirty="0">
                <a:solidFill>
                  <a:srgbClr val="5170FF"/>
                </a:solidFill>
                <a:latin typeface="Times New Roman" panose="02020603050405020304" pitchFamily="18" charset="0"/>
                <a:ea typeface="Calibri (MS) Bold"/>
                <a:cs typeface="Times New Roman" panose="02020603050405020304" pitchFamily="18" charset="0"/>
                <a:sym typeface="Calibri (MS) Bold"/>
              </a:rPr>
              <a:t>Confusion Matrix</a:t>
            </a:r>
          </a:p>
          <a:p>
            <a:pPr algn="just">
              <a:lnSpc>
                <a:spcPts val="3172"/>
              </a:lnSpc>
            </a:pPr>
            <a:endParaRPr lang="en-US" sz="2643" b="1" dirty="0">
              <a:solidFill>
                <a:srgbClr val="5170FF"/>
              </a:solidFill>
              <a:latin typeface="Times New Roman" panose="02020603050405020304" pitchFamily="18" charset="0"/>
              <a:ea typeface="Calibri (MS) Bold"/>
              <a:cs typeface="Times New Roman" panose="02020603050405020304" pitchFamily="18" charset="0"/>
              <a:sym typeface="Calibri (MS) Bold"/>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 true positives for </a:t>
            </a:r>
            <a:r>
              <a:rPr lang="en-US" sz="2400" b="1" dirty="0">
                <a:latin typeface="Times New Roman" panose="02020603050405020304" pitchFamily="18" charset="0"/>
                <a:cs typeface="Times New Roman" panose="02020603050405020304" pitchFamily="18" charset="0"/>
              </a:rPr>
              <a:t>human class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Minimal confusion between major classes</a:t>
            </a:r>
            <a:endParaRPr lang="en-I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E6E1677-8B4F-20B8-47A5-F22C6E54951D}"/>
              </a:ext>
            </a:extLst>
          </p:cNvPr>
          <p:cNvPicPr>
            <a:picLocks noChangeAspect="1"/>
          </p:cNvPicPr>
          <p:nvPr/>
        </p:nvPicPr>
        <p:blipFill>
          <a:blip r:embed="rId6">
            <a:extLst>
              <a:ext uri="{28A0092B-C50C-407E-A947-70E740481C1C}">
                <a14:useLocalDpi xmlns:a14="http://schemas.microsoft.com/office/drawing/2010/main" val="0"/>
              </a:ext>
            </a:extLst>
          </a:blip>
          <a:srcRect l="4626" r="8277" b="3679"/>
          <a:stretch>
            <a:fillRect/>
          </a:stretch>
        </p:blipFill>
        <p:spPr>
          <a:xfrm>
            <a:off x="10591800" y="3825729"/>
            <a:ext cx="6614312" cy="5486132"/>
          </a:xfrm>
          <a:prstGeom prst="rect">
            <a:avLst/>
          </a:prstGeom>
        </p:spPr>
      </p:pic>
    </p:spTree>
    <p:extLst>
      <p:ext uri="{BB962C8B-B14F-4D97-AF65-F5344CB8AC3E}">
        <p14:creationId xmlns:p14="http://schemas.microsoft.com/office/powerpoint/2010/main" val="2838553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5887F-A751-BA6D-C969-CC8A3B51B9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64D51F7-E0F9-C145-64D8-75ECD49A0634}"/>
              </a:ext>
            </a:extLst>
          </p:cNvPr>
          <p:cNvGrpSpPr/>
          <p:nvPr/>
        </p:nvGrpSpPr>
        <p:grpSpPr>
          <a:xfrm>
            <a:off x="2971800" y="411962"/>
            <a:ext cx="12344400" cy="1714500"/>
            <a:chOff x="0" y="0"/>
            <a:chExt cx="11704320" cy="1625600"/>
          </a:xfrm>
        </p:grpSpPr>
        <p:sp>
          <p:nvSpPr>
            <p:cNvPr id="3" name="Freeform 3">
              <a:extLst>
                <a:ext uri="{FF2B5EF4-FFF2-40B4-BE49-F238E27FC236}">
                  <a16:creationId xmlns:a16="http://schemas.microsoft.com/office/drawing/2014/main" id="{13491EE4-5241-9426-F78F-2B2F1CB70AA4}"/>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a:extLst>
                <a:ext uri="{FF2B5EF4-FFF2-40B4-BE49-F238E27FC236}">
                  <a16:creationId xmlns:a16="http://schemas.microsoft.com/office/drawing/2014/main" id="{F6E6688F-704A-88DD-A175-FDD7ABC74DC8}"/>
                </a:ext>
              </a:extLst>
            </p:cNvPr>
            <p:cNvSpPr txBox="1"/>
            <p:nvPr/>
          </p:nvSpPr>
          <p:spPr>
            <a:xfrm>
              <a:off x="0" y="-123825"/>
              <a:ext cx="11704320" cy="1749425"/>
            </a:xfrm>
            <a:prstGeom prst="rect">
              <a:avLst/>
            </a:prstGeom>
          </p:spPr>
          <p:txBody>
            <a:bodyPr lIns="0" tIns="0" rIns="0" bIns="0" rtlCol="0" anchor="ctr"/>
            <a:lstStyle/>
            <a:p>
              <a:pPr algn="ctr">
                <a:lnSpc>
                  <a:spcPts val="7200"/>
                </a:lnSpc>
              </a:pPr>
              <a:r>
                <a:rPr lang="en-IN" sz="4500" dirty="0"/>
                <a:t>Operator Dashboard &amp; System Output</a:t>
              </a:r>
              <a:endParaRPr lang="en-US" sz="4500" dirty="0">
                <a:solidFill>
                  <a:srgbClr val="000000"/>
                </a:solidFill>
                <a:latin typeface="Calibri (MS)"/>
                <a:ea typeface="Calibri (MS)"/>
                <a:cs typeface="Calibri (MS)"/>
                <a:sym typeface="Calibri (MS)"/>
              </a:endParaRPr>
            </a:p>
          </p:txBody>
        </p:sp>
      </p:grpSp>
      <p:sp>
        <p:nvSpPr>
          <p:cNvPr id="16" name="TextBox 16">
            <a:extLst>
              <a:ext uri="{FF2B5EF4-FFF2-40B4-BE49-F238E27FC236}">
                <a16:creationId xmlns:a16="http://schemas.microsoft.com/office/drawing/2014/main" id="{66B8EDE4-9EBE-EE05-BC8E-A555F6894CE4}"/>
              </a:ext>
            </a:extLst>
          </p:cNvPr>
          <p:cNvSpPr txBox="1"/>
          <p:nvPr/>
        </p:nvSpPr>
        <p:spPr>
          <a:xfrm>
            <a:off x="1839664" y="2219414"/>
            <a:ext cx="6365997" cy="2821285"/>
          </a:xfrm>
          <a:prstGeom prst="rect">
            <a:avLst/>
          </a:prstGeom>
        </p:spPr>
        <p:txBody>
          <a:bodyPr lIns="0" tIns="0" rIns="0" bIns="0" rtlCol="0" anchor="t">
            <a:spAutoFit/>
          </a:bodyPr>
          <a:lstStyle/>
          <a:p>
            <a:pPr algn="just">
              <a:lnSpc>
                <a:spcPts val="3172"/>
              </a:lnSpc>
            </a:pPr>
            <a:r>
              <a:rPr lang="en-US" sz="2800" b="1" dirty="0">
                <a:solidFill>
                  <a:srgbClr val="5170FF"/>
                </a:solidFill>
                <a:latin typeface="Times New Roman" panose="02020603050405020304" pitchFamily="18" charset="0"/>
                <a:ea typeface="Calibri (MS) Bold"/>
                <a:cs typeface="Times New Roman" panose="02020603050405020304" pitchFamily="18" charset="0"/>
                <a:sym typeface="Calibri (MS) Bold"/>
              </a:rPr>
              <a:t>Output Information</a:t>
            </a:r>
          </a:p>
          <a:p>
            <a:pPr algn="just">
              <a:lnSpc>
                <a:spcPts val="3172"/>
              </a:lnSpc>
            </a:pPr>
            <a:endParaRPr lang="en-US" sz="2643" b="1" dirty="0">
              <a:solidFill>
                <a:srgbClr val="5170FF"/>
              </a:solidFill>
              <a:latin typeface="Times New Roman" panose="02020603050405020304" pitchFamily="18" charset="0"/>
              <a:ea typeface="Calibri (MS) Bold"/>
              <a:cs typeface="Times New Roman" panose="02020603050405020304" pitchFamily="18" charset="0"/>
              <a:sym typeface="Calibri (MS) Bold"/>
            </a:endParaRP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Detected objects with </a:t>
            </a:r>
            <a:r>
              <a:rPr lang="en-US" sz="2600" b="1" dirty="0">
                <a:latin typeface="Times New Roman" panose="02020603050405020304" pitchFamily="18" charset="0"/>
                <a:cs typeface="Times New Roman" panose="02020603050405020304" pitchFamily="18" charset="0"/>
              </a:rPr>
              <a:t>bounding boxes &amp; labels</a:t>
            </a:r>
          </a:p>
          <a:p>
            <a:pPr marL="457200" indent="-457200">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Confidence scores</a:t>
            </a:r>
            <a:r>
              <a:rPr lang="en-US" sz="2600" dirty="0">
                <a:latin typeface="Times New Roman" panose="02020603050405020304" pitchFamily="18" charset="0"/>
                <a:cs typeface="Times New Roman" panose="02020603050405020304" pitchFamily="18" charset="0"/>
              </a:rPr>
              <a:t> for each detection</a:t>
            </a:r>
          </a:p>
          <a:p>
            <a:pPr marL="457200" indent="-457200">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Confidence scores</a:t>
            </a:r>
            <a:r>
              <a:rPr lang="en-US" sz="2600" dirty="0">
                <a:latin typeface="Times New Roman" panose="02020603050405020304" pitchFamily="18" charset="0"/>
                <a:cs typeface="Times New Roman" panose="02020603050405020304" pitchFamily="18" charset="0"/>
              </a:rPr>
              <a:t> for each detection</a:t>
            </a:r>
          </a:p>
          <a:p>
            <a:pPr marL="457200" indent="-45720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Priority ranking of targets</a:t>
            </a:r>
            <a:endParaRPr lang="en-US" sz="2600" b="1" dirty="0">
              <a:solidFill>
                <a:srgbClr val="5170FF"/>
              </a:solidFill>
              <a:latin typeface="Times New Roman" panose="02020603050405020304" pitchFamily="18" charset="0"/>
              <a:ea typeface="Calibri (MS) Bold"/>
              <a:cs typeface="Times New Roman" panose="02020603050405020304" pitchFamily="18" charset="0"/>
              <a:sym typeface="Calibri (MS) Bold"/>
            </a:endParaRPr>
          </a:p>
        </p:txBody>
      </p:sp>
      <p:grpSp>
        <p:nvGrpSpPr>
          <p:cNvPr id="17" name="Group 5">
            <a:extLst>
              <a:ext uri="{FF2B5EF4-FFF2-40B4-BE49-F238E27FC236}">
                <a16:creationId xmlns:a16="http://schemas.microsoft.com/office/drawing/2014/main" id="{43C51475-AB1E-8291-0817-039FF95C9B48}"/>
              </a:ext>
            </a:extLst>
          </p:cNvPr>
          <p:cNvGrpSpPr/>
          <p:nvPr/>
        </p:nvGrpSpPr>
        <p:grpSpPr>
          <a:xfrm>
            <a:off x="685800" y="702945"/>
            <a:ext cx="2958504" cy="902805"/>
            <a:chOff x="0" y="0"/>
            <a:chExt cx="2805100" cy="855993"/>
          </a:xfrm>
        </p:grpSpPr>
        <p:sp>
          <p:nvSpPr>
            <p:cNvPr id="18" name="Freeform 6">
              <a:extLst>
                <a:ext uri="{FF2B5EF4-FFF2-40B4-BE49-F238E27FC236}">
                  <a16:creationId xmlns:a16="http://schemas.microsoft.com/office/drawing/2014/main" id="{5E6BFCC8-5BFB-9AA4-08D1-4CD4D24B52F0}"/>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20" name="Freeform 8">
            <a:extLst>
              <a:ext uri="{FF2B5EF4-FFF2-40B4-BE49-F238E27FC236}">
                <a16:creationId xmlns:a16="http://schemas.microsoft.com/office/drawing/2014/main" id="{EEC11884-5E36-81FC-7EB0-D2E48B922392}"/>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25" name="Group 13">
            <a:extLst>
              <a:ext uri="{FF2B5EF4-FFF2-40B4-BE49-F238E27FC236}">
                <a16:creationId xmlns:a16="http://schemas.microsoft.com/office/drawing/2014/main" id="{3610AC97-79F5-9E63-CA26-199228857E95}"/>
              </a:ext>
            </a:extLst>
          </p:cNvPr>
          <p:cNvGrpSpPr/>
          <p:nvPr/>
        </p:nvGrpSpPr>
        <p:grpSpPr>
          <a:xfrm>
            <a:off x="15187594" y="697490"/>
            <a:ext cx="2404774" cy="1132521"/>
            <a:chOff x="0" y="0"/>
            <a:chExt cx="2280082" cy="1073798"/>
          </a:xfrm>
        </p:grpSpPr>
        <p:sp>
          <p:nvSpPr>
            <p:cNvPr id="26" name="Freeform 14" descr="icot 2023 Trifold Brochure_14.02.2023">
              <a:extLst>
                <a:ext uri="{FF2B5EF4-FFF2-40B4-BE49-F238E27FC236}">
                  <a16:creationId xmlns:a16="http://schemas.microsoft.com/office/drawing/2014/main" id="{6F05574A-107B-A32C-559D-C7916EDBC7AE}"/>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27" name="Group 7">
            <a:extLst>
              <a:ext uri="{FF2B5EF4-FFF2-40B4-BE49-F238E27FC236}">
                <a16:creationId xmlns:a16="http://schemas.microsoft.com/office/drawing/2014/main" id="{E0F13000-39F4-98B1-28CD-E73777952CB4}"/>
              </a:ext>
            </a:extLst>
          </p:cNvPr>
          <p:cNvGrpSpPr/>
          <p:nvPr/>
        </p:nvGrpSpPr>
        <p:grpSpPr>
          <a:xfrm>
            <a:off x="914399" y="9441570"/>
            <a:ext cx="5257801" cy="640640"/>
            <a:chOff x="-1950720" y="-88132"/>
            <a:chExt cx="4985173" cy="607421"/>
          </a:xfrm>
        </p:grpSpPr>
        <p:sp>
          <p:nvSpPr>
            <p:cNvPr id="28" name="Freeform 8">
              <a:extLst>
                <a:ext uri="{FF2B5EF4-FFF2-40B4-BE49-F238E27FC236}">
                  <a16:creationId xmlns:a16="http://schemas.microsoft.com/office/drawing/2014/main" id="{079C0002-8AF7-2176-E564-B6E9D1AE6F8B}"/>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29" name="TextBox 9">
              <a:extLst>
                <a:ext uri="{FF2B5EF4-FFF2-40B4-BE49-F238E27FC236}">
                  <a16:creationId xmlns:a16="http://schemas.microsoft.com/office/drawing/2014/main" id="{98B6FDEE-9CB5-D5FC-A46E-D8A011B76691}"/>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
        <p:nvSpPr>
          <p:cNvPr id="35" name="TextBox 16">
            <a:extLst>
              <a:ext uri="{FF2B5EF4-FFF2-40B4-BE49-F238E27FC236}">
                <a16:creationId xmlns:a16="http://schemas.microsoft.com/office/drawing/2014/main" id="{16C31D58-7562-DF37-5A84-C53AFB6CC5A3}"/>
              </a:ext>
            </a:extLst>
          </p:cNvPr>
          <p:cNvSpPr txBox="1"/>
          <p:nvPr/>
        </p:nvSpPr>
        <p:spPr>
          <a:xfrm>
            <a:off x="1805251" y="5540807"/>
            <a:ext cx="6273625" cy="2821285"/>
          </a:xfrm>
          <a:prstGeom prst="rect">
            <a:avLst/>
          </a:prstGeom>
        </p:spPr>
        <p:txBody>
          <a:bodyPr wrap="square" lIns="0" tIns="0" rIns="0" bIns="0" rtlCol="0" anchor="t">
            <a:spAutoFit/>
          </a:bodyPr>
          <a:lstStyle/>
          <a:p>
            <a:pPr algn="just">
              <a:lnSpc>
                <a:spcPts val="3172"/>
              </a:lnSpc>
            </a:pPr>
            <a:r>
              <a:rPr lang="en-US" sz="2800" b="1" dirty="0">
                <a:solidFill>
                  <a:srgbClr val="5170FF"/>
                </a:solidFill>
                <a:latin typeface="Times New Roman" panose="02020603050405020304" pitchFamily="18" charset="0"/>
                <a:ea typeface="Calibri (MS) Bold"/>
                <a:cs typeface="Times New Roman" panose="02020603050405020304" pitchFamily="18" charset="0"/>
                <a:sym typeface="Calibri (MS) Bold"/>
              </a:rPr>
              <a:t>Key Features</a:t>
            </a:r>
          </a:p>
          <a:p>
            <a:pPr algn="just">
              <a:lnSpc>
                <a:spcPts val="3172"/>
              </a:lnSpc>
            </a:pPr>
            <a:endParaRPr lang="en-US"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Combines </a:t>
            </a:r>
            <a:r>
              <a:rPr lang="en-IN" sz="2600" b="1" dirty="0">
                <a:latin typeface="Times New Roman" panose="02020603050405020304" pitchFamily="18" charset="0"/>
                <a:cs typeface="Times New Roman" panose="02020603050405020304" pitchFamily="18" charset="0"/>
              </a:rPr>
              <a:t>detection + localization + prioritization</a:t>
            </a:r>
          </a:p>
          <a:p>
            <a:pPr marL="457200" indent="-45720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Provides </a:t>
            </a:r>
            <a:r>
              <a:rPr lang="en-IN" sz="2600" b="1" dirty="0">
                <a:latin typeface="Times New Roman" panose="02020603050405020304" pitchFamily="18" charset="0"/>
                <a:cs typeface="Times New Roman" panose="02020603050405020304" pitchFamily="18" charset="0"/>
              </a:rPr>
              <a:t>real-time situational awareness</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Enables </a:t>
            </a:r>
            <a:r>
              <a:rPr lang="en-US" sz="2600" b="1" dirty="0">
                <a:latin typeface="Times New Roman" panose="02020603050405020304" pitchFamily="18" charset="0"/>
                <a:cs typeface="Times New Roman" panose="02020603050405020304" pitchFamily="18" charset="0"/>
              </a:rPr>
              <a:t>fast and informed decision-making</a:t>
            </a:r>
            <a:endParaRPr lang="en-US" sz="2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FEEF0CA-5832-07EF-35EB-6CBBE0DF6A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54491" y="1924908"/>
            <a:ext cx="9929620" cy="6571392"/>
          </a:xfrm>
          <a:prstGeom prst="rect">
            <a:avLst/>
          </a:prstGeom>
        </p:spPr>
      </p:pic>
    </p:spTree>
    <p:extLst>
      <p:ext uri="{BB962C8B-B14F-4D97-AF65-F5344CB8AC3E}">
        <p14:creationId xmlns:p14="http://schemas.microsoft.com/office/powerpoint/2010/main" val="1684331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33F66-5AAA-E181-E583-D6706630903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5BEBB3A-46B3-F4C0-ED94-FFA7D4B60BFD}"/>
              </a:ext>
            </a:extLst>
          </p:cNvPr>
          <p:cNvGrpSpPr/>
          <p:nvPr/>
        </p:nvGrpSpPr>
        <p:grpSpPr>
          <a:xfrm>
            <a:off x="2971800" y="411962"/>
            <a:ext cx="12344400" cy="1714500"/>
            <a:chOff x="0" y="0"/>
            <a:chExt cx="11704320" cy="1625600"/>
          </a:xfrm>
        </p:grpSpPr>
        <p:sp>
          <p:nvSpPr>
            <p:cNvPr id="3" name="Freeform 3">
              <a:extLst>
                <a:ext uri="{FF2B5EF4-FFF2-40B4-BE49-F238E27FC236}">
                  <a16:creationId xmlns:a16="http://schemas.microsoft.com/office/drawing/2014/main" id="{29015FE9-5FEB-E16B-74A5-2E36094D9D78}"/>
                </a:ext>
              </a:extLst>
            </p:cNvPr>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a:extLst>
                <a:ext uri="{FF2B5EF4-FFF2-40B4-BE49-F238E27FC236}">
                  <a16:creationId xmlns:a16="http://schemas.microsoft.com/office/drawing/2014/main" id="{CE628C39-17AC-0383-1953-58A8784DAEEE}"/>
                </a:ext>
              </a:extLst>
            </p:cNvPr>
            <p:cNvSpPr txBox="1"/>
            <p:nvPr/>
          </p:nvSpPr>
          <p:spPr>
            <a:xfrm>
              <a:off x="0" y="-123825"/>
              <a:ext cx="11704320" cy="1749425"/>
            </a:xfrm>
            <a:prstGeom prst="rect">
              <a:avLst/>
            </a:prstGeom>
          </p:spPr>
          <p:txBody>
            <a:bodyPr lIns="0" tIns="0" rIns="0" bIns="0" rtlCol="0" anchor="ctr"/>
            <a:lstStyle/>
            <a:p>
              <a:pPr algn="ctr">
                <a:lnSpc>
                  <a:spcPts val="7200"/>
                </a:lnSpc>
              </a:pPr>
              <a:r>
                <a:rPr lang="en-US" sz="6000" dirty="0">
                  <a:solidFill>
                    <a:srgbClr val="000000"/>
                  </a:solidFill>
                  <a:latin typeface="Calibri (MS)"/>
                  <a:ea typeface="Calibri (MS)"/>
                  <a:cs typeface="Calibri (MS)"/>
                  <a:sym typeface="Calibri (MS)"/>
                </a:rPr>
                <a:t>    </a:t>
              </a:r>
            </a:p>
          </p:txBody>
        </p:sp>
      </p:grpSp>
      <p:graphicFrame>
        <p:nvGraphicFramePr>
          <p:cNvPr id="56" name="Table 55">
            <a:extLst>
              <a:ext uri="{FF2B5EF4-FFF2-40B4-BE49-F238E27FC236}">
                <a16:creationId xmlns:a16="http://schemas.microsoft.com/office/drawing/2014/main" id="{1A58B22B-7B10-70D0-9F66-1A4B0945D800}"/>
              </a:ext>
            </a:extLst>
          </p:cNvPr>
          <p:cNvGraphicFramePr>
            <a:graphicFrameLocks noGrp="1"/>
          </p:cNvGraphicFramePr>
          <p:nvPr>
            <p:extLst>
              <p:ext uri="{D42A27DB-BD31-4B8C-83A1-F6EECF244321}">
                <p14:modId xmlns:p14="http://schemas.microsoft.com/office/powerpoint/2010/main" val="311788628"/>
              </p:ext>
            </p:extLst>
          </p:nvPr>
        </p:nvGraphicFramePr>
        <p:xfrm>
          <a:off x="3543300" y="2650627"/>
          <a:ext cx="11201400" cy="4267199"/>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465015459"/>
                    </a:ext>
                  </a:extLst>
                </a:gridCol>
                <a:gridCol w="2800350">
                  <a:extLst>
                    <a:ext uri="{9D8B030D-6E8A-4147-A177-3AD203B41FA5}">
                      <a16:colId xmlns:a16="http://schemas.microsoft.com/office/drawing/2014/main" val="1177565110"/>
                    </a:ext>
                  </a:extLst>
                </a:gridCol>
                <a:gridCol w="2800350">
                  <a:extLst>
                    <a:ext uri="{9D8B030D-6E8A-4147-A177-3AD203B41FA5}">
                      <a16:colId xmlns:a16="http://schemas.microsoft.com/office/drawing/2014/main" val="568910850"/>
                    </a:ext>
                  </a:extLst>
                </a:gridCol>
                <a:gridCol w="2800350">
                  <a:extLst>
                    <a:ext uri="{9D8B030D-6E8A-4147-A177-3AD203B41FA5}">
                      <a16:colId xmlns:a16="http://schemas.microsoft.com/office/drawing/2014/main" val="396407556"/>
                    </a:ext>
                  </a:extLst>
                </a:gridCol>
              </a:tblGrid>
              <a:tr h="702727">
                <a:tc>
                  <a:txBody>
                    <a:bodyPr/>
                    <a:lstStyle/>
                    <a:p>
                      <a:pPr>
                        <a:buNone/>
                      </a:pPr>
                      <a:r>
                        <a:rPr lang="en-IN" dirty="0">
                          <a:latin typeface="Times New Roman" panose="02020603050405020304" pitchFamily="18" charset="0"/>
                          <a:cs typeface="Times New Roman" panose="02020603050405020304" pitchFamily="18" charset="0"/>
                        </a:rPr>
                        <a:t>Study</a:t>
                      </a:r>
                    </a:p>
                  </a:txBody>
                  <a:tcPr anchor="ctr"/>
                </a:tc>
                <a:tc>
                  <a:txBody>
                    <a:bodyPr/>
                    <a:lstStyle/>
                    <a:p>
                      <a:pPr>
                        <a:buNone/>
                      </a:pPr>
                      <a:r>
                        <a:rPr lang="en-IN">
                          <a:latin typeface="Times New Roman" panose="02020603050405020304" pitchFamily="18" charset="0"/>
                          <a:cs typeface="Times New Roman" panose="02020603050405020304" pitchFamily="18" charset="0"/>
                        </a:rPr>
                        <a:t>Model</a:t>
                      </a:r>
                    </a:p>
                  </a:txBody>
                  <a:tcPr anchor="ctr"/>
                </a:tc>
                <a:tc>
                  <a:txBody>
                    <a:bodyPr/>
                    <a:lstStyle/>
                    <a:p>
                      <a:pPr>
                        <a:buNone/>
                      </a:pPr>
                      <a:r>
                        <a:rPr lang="en-IN">
                          <a:latin typeface="Times New Roman" panose="02020603050405020304" pitchFamily="18" charset="0"/>
                          <a:cs typeface="Times New Roman" panose="02020603050405020304" pitchFamily="18" charset="0"/>
                        </a:rPr>
                        <a:t>mAP@0.5</a:t>
                      </a:r>
                    </a:p>
                  </a:txBody>
                  <a:tcPr anchor="ctr"/>
                </a:tc>
                <a:tc>
                  <a:txBody>
                    <a:bodyPr/>
                    <a:lstStyle/>
                    <a:p>
                      <a:pPr>
                        <a:buNone/>
                      </a:pPr>
                      <a:r>
                        <a:rPr lang="en-IN">
                          <a:latin typeface="Times New Roman" panose="02020603050405020304" pitchFamily="18" charset="0"/>
                          <a:cs typeface="Times New Roman" panose="02020603050405020304" pitchFamily="18" charset="0"/>
                        </a:rPr>
                        <a:t>Key Limitation</a:t>
                      </a:r>
                    </a:p>
                  </a:txBody>
                  <a:tcPr anchor="ctr"/>
                </a:tc>
                <a:extLst>
                  <a:ext uri="{0D108BD9-81ED-4DB2-BD59-A6C34878D82A}">
                    <a16:rowId xmlns:a16="http://schemas.microsoft.com/office/drawing/2014/main" val="2283572429"/>
                  </a:ext>
                </a:extLst>
              </a:tr>
              <a:tr h="702727">
                <a:tc>
                  <a:txBody>
                    <a:bodyPr/>
                    <a:lstStyle/>
                    <a:p>
                      <a:pPr>
                        <a:buNone/>
                      </a:pPr>
                      <a:r>
                        <a:rPr lang="en-IN">
                          <a:latin typeface="Times New Roman" panose="02020603050405020304" pitchFamily="18" charset="0"/>
                          <a:cs typeface="Times New Roman" panose="02020603050405020304" pitchFamily="18" charset="0"/>
                        </a:rPr>
                        <a:t>Wang et al. (2022)</a:t>
                      </a:r>
                    </a:p>
                  </a:txBody>
                  <a:tcPr anchor="ctr"/>
                </a:tc>
                <a:tc>
                  <a:txBody>
                    <a:bodyPr/>
                    <a:lstStyle/>
                    <a:p>
                      <a:pPr>
                        <a:buNone/>
                      </a:pPr>
                      <a:r>
                        <a:rPr lang="en-IN">
                          <a:latin typeface="Times New Roman" panose="02020603050405020304" pitchFamily="18" charset="0"/>
                          <a:cs typeface="Times New Roman" panose="02020603050405020304" pitchFamily="18" charset="0"/>
                        </a:rPr>
                        <a:t>PP-YOLOv2</a:t>
                      </a:r>
                    </a:p>
                  </a:txBody>
                  <a:tcPr anchor="ctr"/>
                </a:tc>
                <a:tc>
                  <a:txBody>
                    <a:bodyPr/>
                    <a:lstStyle/>
                    <a:p>
                      <a:pPr>
                        <a:buNone/>
                      </a:pPr>
                      <a:r>
                        <a:rPr lang="en-IN">
                          <a:latin typeface="Times New Roman" panose="02020603050405020304" pitchFamily="18" charset="0"/>
                          <a:cs typeface="Times New Roman" panose="02020603050405020304" pitchFamily="18" charset="0"/>
                        </a:rPr>
                        <a:t>~0.82</a:t>
                      </a:r>
                    </a:p>
                  </a:txBody>
                  <a:tcPr anchor="ctr"/>
                </a:tc>
                <a:tc>
                  <a:txBody>
                    <a:bodyPr/>
                    <a:lstStyle/>
                    <a:p>
                      <a:pPr>
                        <a:buNone/>
                      </a:pPr>
                      <a:r>
                        <a:rPr lang="en-IN" dirty="0">
                          <a:latin typeface="Times New Roman" panose="02020603050405020304" pitchFamily="18" charset="0"/>
                          <a:cs typeface="Times New Roman" panose="02020603050405020304" pitchFamily="18" charset="0"/>
                        </a:rPr>
                        <a:t>Detection only</a:t>
                      </a:r>
                    </a:p>
                  </a:txBody>
                  <a:tcPr anchor="ctr"/>
                </a:tc>
                <a:extLst>
                  <a:ext uri="{0D108BD9-81ED-4DB2-BD59-A6C34878D82A}">
                    <a16:rowId xmlns:a16="http://schemas.microsoft.com/office/drawing/2014/main" val="2937574151"/>
                  </a:ext>
                </a:extLst>
              </a:tr>
              <a:tr h="702727">
                <a:tc>
                  <a:txBody>
                    <a:bodyPr/>
                    <a:lstStyle/>
                    <a:p>
                      <a:pPr>
                        <a:buNone/>
                      </a:pPr>
                      <a:r>
                        <a:rPr lang="en-IN">
                          <a:latin typeface="Times New Roman" panose="02020603050405020304" pitchFamily="18" charset="0"/>
                          <a:cs typeface="Times New Roman" panose="02020603050405020304" pitchFamily="18" charset="0"/>
                        </a:rPr>
                        <a:t>Li et al. (2024)</a:t>
                      </a:r>
                    </a:p>
                  </a:txBody>
                  <a:tcPr anchor="ctr"/>
                </a:tc>
                <a:tc>
                  <a:txBody>
                    <a:bodyPr/>
                    <a:lstStyle/>
                    <a:p>
                      <a:pPr>
                        <a:buNone/>
                      </a:pPr>
                      <a:r>
                        <a:rPr lang="en-IN">
                          <a:latin typeface="Times New Roman" panose="02020603050405020304" pitchFamily="18" charset="0"/>
                          <a:cs typeface="Times New Roman" panose="02020603050405020304" pitchFamily="18" charset="0"/>
                        </a:rPr>
                        <a:t>CCW-YOLOv5</a:t>
                      </a:r>
                    </a:p>
                  </a:txBody>
                  <a:tcPr anchor="ctr"/>
                </a:tc>
                <a:tc>
                  <a:txBody>
                    <a:bodyPr/>
                    <a:lstStyle/>
                    <a:p>
                      <a:pPr>
                        <a:buNone/>
                      </a:pPr>
                      <a:r>
                        <a:rPr lang="en-IN" dirty="0">
                          <a:latin typeface="Times New Roman" panose="02020603050405020304" pitchFamily="18" charset="0"/>
                          <a:cs typeface="Times New Roman" panose="02020603050405020304" pitchFamily="18" charset="0"/>
                        </a:rPr>
                        <a:t>~0.85</a:t>
                      </a:r>
                    </a:p>
                  </a:txBody>
                  <a:tcPr anchor="ctr"/>
                </a:tc>
                <a:tc>
                  <a:txBody>
                    <a:bodyPr/>
                    <a:lstStyle/>
                    <a:p>
                      <a:pPr>
                        <a:buNone/>
                      </a:pPr>
                      <a:r>
                        <a:rPr lang="en-IN">
                          <a:latin typeface="Times New Roman" panose="02020603050405020304" pitchFamily="18" charset="0"/>
                          <a:cs typeface="Times New Roman" panose="02020603050405020304" pitchFamily="18" charset="0"/>
                        </a:rPr>
                        <a:t>No prioritization</a:t>
                      </a:r>
                    </a:p>
                  </a:txBody>
                  <a:tcPr anchor="ctr"/>
                </a:tc>
                <a:extLst>
                  <a:ext uri="{0D108BD9-81ED-4DB2-BD59-A6C34878D82A}">
                    <a16:rowId xmlns:a16="http://schemas.microsoft.com/office/drawing/2014/main" val="2689268367"/>
                  </a:ext>
                </a:extLst>
              </a:tr>
              <a:tr h="702727">
                <a:tc>
                  <a:txBody>
                    <a:bodyPr/>
                    <a:lstStyle/>
                    <a:p>
                      <a:pPr>
                        <a:buNone/>
                      </a:pPr>
                      <a:r>
                        <a:rPr lang="en-IN">
                          <a:latin typeface="Times New Roman" panose="02020603050405020304" pitchFamily="18" charset="0"/>
                          <a:cs typeface="Times New Roman" panose="02020603050405020304" pitchFamily="18" charset="0"/>
                        </a:rPr>
                        <a:t>Fan et al. (2022)</a:t>
                      </a:r>
                    </a:p>
                  </a:txBody>
                  <a:tcPr anchor="ctr"/>
                </a:tc>
                <a:tc>
                  <a:txBody>
                    <a:bodyPr/>
                    <a:lstStyle/>
                    <a:p>
                      <a:pPr>
                        <a:buNone/>
                      </a:pPr>
                      <a:r>
                        <a:rPr lang="en-IN">
                          <a:latin typeface="Times New Roman" panose="02020603050405020304" pitchFamily="18" charset="0"/>
                          <a:cs typeface="Times New Roman" panose="02020603050405020304" pitchFamily="18" charset="0"/>
                        </a:rPr>
                        <a:t>STAFNet</a:t>
                      </a:r>
                    </a:p>
                  </a:txBody>
                  <a:tcPr anchor="ctr"/>
                </a:tc>
                <a:tc>
                  <a:txBody>
                    <a:bodyPr/>
                    <a:lstStyle/>
                    <a:p>
                      <a:pPr>
                        <a:buNone/>
                      </a:pPr>
                      <a:r>
                        <a:rPr lang="en-IN">
                          <a:latin typeface="Times New Roman" panose="02020603050405020304" pitchFamily="18" charset="0"/>
                          <a:cs typeface="Times New Roman" panose="02020603050405020304" pitchFamily="18" charset="0"/>
                        </a:rPr>
                        <a:t>~0.88</a:t>
                      </a:r>
                    </a:p>
                  </a:txBody>
                  <a:tcPr anchor="ctr"/>
                </a:tc>
                <a:tc>
                  <a:txBody>
                    <a:bodyPr/>
                    <a:lstStyle/>
                    <a:p>
                      <a:pPr>
                        <a:buNone/>
                      </a:pPr>
                      <a:r>
                        <a:rPr lang="en-IN">
                          <a:latin typeface="Times New Roman" panose="02020603050405020304" pitchFamily="18" charset="0"/>
                          <a:cs typeface="Times New Roman" panose="02020603050405020304" pitchFamily="18" charset="0"/>
                        </a:rPr>
                        <a:t>High computation</a:t>
                      </a:r>
                    </a:p>
                  </a:txBody>
                  <a:tcPr anchor="ctr"/>
                </a:tc>
                <a:extLst>
                  <a:ext uri="{0D108BD9-81ED-4DB2-BD59-A6C34878D82A}">
                    <a16:rowId xmlns:a16="http://schemas.microsoft.com/office/drawing/2014/main" val="4187541320"/>
                  </a:ext>
                </a:extLst>
              </a:tr>
              <a:tr h="702727">
                <a:tc>
                  <a:txBody>
                    <a:bodyPr/>
                    <a:lstStyle/>
                    <a:p>
                      <a:pPr>
                        <a:buNone/>
                      </a:pPr>
                      <a:r>
                        <a:rPr lang="en-IN">
                          <a:latin typeface="Times New Roman" panose="02020603050405020304" pitchFamily="18" charset="0"/>
                          <a:cs typeface="Times New Roman" panose="02020603050405020304" pitchFamily="18" charset="0"/>
                        </a:rPr>
                        <a:t>Zhang et al. (2024)</a:t>
                      </a:r>
                    </a:p>
                  </a:txBody>
                  <a:tcPr anchor="ctr"/>
                </a:tc>
                <a:tc>
                  <a:txBody>
                    <a:bodyPr/>
                    <a:lstStyle/>
                    <a:p>
                      <a:pPr>
                        <a:buNone/>
                      </a:pPr>
                      <a:r>
                        <a:rPr lang="en-IN">
                          <a:latin typeface="Times New Roman" panose="02020603050405020304" pitchFamily="18" charset="0"/>
                          <a:cs typeface="Times New Roman" panose="02020603050405020304" pitchFamily="18" charset="0"/>
                        </a:rPr>
                        <a:t>DSML-YOLO</a:t>
                      </a:r>
                    </a:p>
                  </a:txBody>
                  <a:tcPr anchor="ctr"/>
                </a:tc>
                <a:tc>
                  <a:txBody>
                    <a:bodyPr/>
                    <a:lstStyle/>
                    <a:p>
                      <a:pPr>
                        <a:buNone/>
                      </a:pPr>
                      <a:r>
                        <a:rPr lang="en-IN">
                          <a:latin typeface="Times New Roman" panose="02020603050405020304" pitchFamily="18" charset="0"/>
                          <a:cs typeface="Times New Roman" panose="02020603050405020304" pitchFamily="18" charset="0"/>
                        </a:rPr>
                        <a:t>~0.84</a:t>
                      </a:r>
                    </a:p>
                  </a:txBody>
                  <a:tcPr anchor="ctr"/>
                </a:tc>
                <a:tc>
                  <a:txBody>
                    <a:bodyPr/>
                    <a:lstStyle/>
                    <a:p>
                      <a:pPr>
                        <a:buNone/>
                      </a:pPr>
                      <a:r>
                        <a:rPr lang="en-IN">
                          <a:latin typeface="Times New Roman" panose="02020603050405020304" pitchFamily="18" charset="0"/>
                          <a:cs typeface="Times New Roman" panose="02020603050405020304" pitchFamily="18" charset="0"/>
                        </a:rPr>
                        <a:t>No localization</a:t>
                      </a:r>
                    </a:p>
                  </a:txBody>
                  <a:tcPr anchor="ctr"/>
                </a:tc>
                <a:extLst>
                  <a:ext uri="{0D108BD9-81ED-4DB2-BD59-A6C34878D82A}">
                    <a16:rowId xmlns:a16="http://schemas.microsoft.com/office/drawing/2014/main" val="2390008407"/>
                  </a:ext>
                </a:extLst>
              </a:tr>
              <a:tr h="753564">
                <a:tc>
                  <a:txBody>
                    <a:bodyPr/>
                    <a:lstStyle/>
                    <a:p>
                      <a:pPr>
                        <a:buNone/>
                      </a:pPr>
                      <a:r>
                        <a:rPr lang="en-IN" b="1">
                          <a:latin typeface="Times New Roman" panose="02020603050405020304" pitchFamily="18" charset="0"/>
                          <a:cs typeface="Times New Roman" panose="02020603050405020304" pitchFamily="18" charset="0"/>
                        </a:rPr>
                        <a:t>Proposed Work</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YOLOv8n</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82.6%</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Detection + Localization + Prioritization</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14845125"/>
                  </a:ext>
                </a:extLst>
              </a:tr>
            </a:tbl>
          </a:graphicData>
        </a:graphic>
      </p:graphicFrame>
      <p:sp>
        <p:nvSpPr>
          <p:cNvPr id="59" name="TextBox 4">
            <a:extLst>
              <a:ext uri="{FF2B5EF4-FFF2-40B4-BE49-F238E27FC236}">
                <a16:creationId xmlns:a16="http://schemas.microsoft.com/office/drawing/2014/main" id="{ACE111FC-BAB5-D49C-894D-A58B1864BB3C}"/>
              </a:ext>
            </a:extLst>
          </p:cNvPr>
          <p:cNvSpPr txBox="1"/>
          <p:nvPr/>
        </p:nvSpPr>
        <p:spPr>
          <a:xfrm>
            <a:off x="2971800" y="359649"/>
            <a:ext cx="12344400" cy="1845097"/>
          </a:xfrm>
          <a:prstGeom prst="rect">
            <a:avLst/>
          </a:prstGeom>
        </p:spPr>
        <p:txBody>
          <a:bodyPr lIns="0" tIns="0" rIns="0" bIns="0" rtlCol="0" anchor="ctr"/>
          <a:lstStyle/>
          <a:p>
            <a:pPr algn="ctr">
              <a:lnSpc>
                <a:spcPts val="7200"/>
              </a:lnSpc>
            </a:pPr>
            <a:r>
              <a:rPr lang="en-US" sz="5000" dirty="0">
                <a:solidFill>
                  <a:srgbClr val="000000"/>
                </a:solidFill>
                <a:latin typeface="Calibri (MS)"/>
                <a:ea typeface="Calibri (MS)"/>
                <a:cs typeface="Calibri (MS)"/>
                <a:sym typeface="Calibri (MS)"/>
              </a:rPr>
              <a:t>    </a:t>
            </a:r>
            <a:r>
              <a:rPr lang="en-IN" sz="5000" dirty="0"/>
              <a:t>Comparison with Existing Methods</a:t>
            </a:r>
            <a:endParaRPr lang="en-US" sz="5000" dirty="0">
              <a:solidFill>
                <a:srgbClr val="000000"/>
              </a:solidFill>
              <a:latin typeface="Calibri (MS)"/>
              <a:ea typeface="Calibri (MS)"/>
              <a:cs typeface="Calibri (MS)"/>
              <a:sym typeface="Calibri (MS)"/>
            </a:endParaRPr>
          </a:p>
        </p:txBody>
      </p:sp>
      <p:grpSp>
        <p:nvGrpSpPr>
          <p:cNvPr id="15" name="Group 5">
            <a:extLst>
              <a:ext uri="{FF2B5EF4-FFF2-40B4-BE49-F238E27FC236}">
                <a16:creationId xmlns:a16="http://schemas.microsoft.com/office/drawing/2014/main" id="{29B48600-4219-37F7-CDCD-526C6DEE67D7}"/>
              </a:ext>
            </a:extLst>
          </p:cNvPr>
          <p:cNvGrpSpPr/>
          <p:nvPr/>
        </p:nvGrpSpPr>
        <p:grpSpPr>
          <a:xfrm>
            <a:off x="685800" y="702945"/>
            <a:ext cx="2958504" cy="902805"/>
            <a:chOff x="0" y="0"/>
            <a:chExt cx="2805100" cy="855993"/>
          </a:xfrm>
        </p:grpSpPr>
        <p:sp>
          <p:nvSpPr>
            <p:cNvPr id="16" name="Freeform 6">
              <a:extLst>
                <a:ext uri="{FF2B5EF4-FFF2-40B4-BE49-F238E27FC236}">
                  <a16:creationId xmlns:a16="http://schemas.microsoft.com/office/drawing/2014/main" id="{9F1BC535-3C70-F3C2-67A4-69153770AFFB}"/>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grpSp>
        <p:nvGrpSpPr>
          <p:cNvPr id="23" name="Group 13">
            <a:extLst>
              <a:ext uri="{FF2B5EF4-FFF2-40B4-BE49-F238E27FC236}">
                <a16:creationId xmlns:a16="http://schemas.microsoft.com/office/drawing/2014/main" id="{A7EBAB4C-37C9-F1A8-E06B-FDD9D578F0A7}"/>
              </a:ext>
            </a:extLst>
          </p:cNvPr>
          <p:cNvGrpSpPr/>
          <p:nvPr/>
        </p:nvGrpSpPr>
        <p:grpSpPr>
          <a:xfrm>
            <a:off x="15187594" y="697490"/>
            <a:ext cx="2404774" cy="1132521"/>
            <a:chOff x="0" y="0"/>
            <a:chExt cx="2280082" cy="1073798"/>
          </a:xfrm>
        </p:grpSpPr>
        <p:sp>
          <p:nvSpPr>
            <p:cNvPr id="24" name="Freeform 14" descr="icot 2023 Trifold Brochure_14.02.2023">
              <a:extLst>
                <a:ext uri="{FF2B5EF4-FFF2-40B4-BE49-F238E27FC236}">
                  <a16:creationId xmlns:a16="http://schemas.microsoft.com/office/drawing/2014/main" id="{C107E3E9-AB40-C437-B325-D871A8627FBE}"/>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25" name="Group 7">
            <a:extLst>
              <a:ext uri="{FF2B5EF4-FFF2-40B4-BE49-F238E27FC236}">
                <a16:creationId xmlns:a16="http://schemas.microsoft.com/office/drawing/2014/main" id="{4959BBBE-072E-49B4-9F56-92CC7AD25A7E}"/>
              </a:ext>
            </a:extLst>
          </p:cNvPr>
          <p:cNvGrpSpPr/>
          <p:nvPr/>
        </p:nvGrpSpPr>
        <p:grpSpPr>
          <a:xfrm>
            <a:off x="914399" y="9441570"/>
            <a:ext cx="5257801" cy="640640"/>
            <a:chOff x="-1950720" y="-88132"/>
            <a:chExt cx="4985173" cy="607421"/>
          </a:xfrm>
        </p:grpSpPr>
        <p:sp>
          <p:nvSpPr>
            <p:cNvPr id="26" name="Freeform 8">
              <a:extLst>
                <a:ext uri="{FF2B5EF4-FFF2-40B4-BE49-F238E27FC236}">
                  <a16:creationId xmlns:a16="http://schemas.microsoft.com/office/drawing/2014/main" id="{9336EF2B-E845-E558-25C1-8EBED381DA0D}"/>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27" name="TextBox 9">
              <a:extLst>
                <a:ext uri="{FF2B5EF4-FFF2-40B4-BE49-F238E27FC236}">
                  <a16:creationId xmlns:a16="http://schemas.microsoft.com/office/drawing/2014/main" id="{13AD8404-793E-839E-B448-4555007F8672}"/>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
        <p:nvSpPr>
          <p:cNvPr id="30" name="TextBox 29">
            <a:extLst>
              <a:ext uri="{FF2B5EF4-FFF2-40B4-BE49-F238E27FC236}">
                <a16:creationId xmlns:a16="http://schemas.microsoft.com/office/drawing/2014/main" id="{CBE06B9C-A1E1-8812-8ED1-6ACB7F4432F0}"/>
              </a:ext>
            </a:extLst>
          </p:cNvPr>
          <p:cNvSpPr txBox="1"/>
          <p:nvPr/>
        </p:nvSpPr>
        <p:spPr>
          <a:xfrm>
            <a:off x="3644250" y="7642650"/>
            <a:ext cx="11100450"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Unlike existing methods, our system provides end-to-end decision support, not just object detection.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7877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a:solidFill>
                    <a:srgbClr val="000000"/>
                  </a:solidFill>
                  <a:latin typeface="Calibri (MS)"/>
                  <a:ea typeface="Calibri (MS)"/>
                  <a:cs typeface="Calibri (MS)"/>
                  <a:sym typeface="Calibri (MS)"/>
                </a:rPr>
                <a:t>    Publication </a:t>
              </a:r>
            </a:p>
          </p:txBody>
        </p:sp>
      </p:grpSp>
      <p:sp>
        <p:nvSpPr>
          <p:cNvPr id="15" name="Freeform 15"/>
          <p:cNvSpPr/>
          <p:nvPr/>
        </p:nvSpPr>
        <p:spPr>
          <a:xfrm>
            <a:off x="9476458" y="3340433"/>
            <a:ext cx="3440951" cy="3195050"/>
          </a:xfrm>
          <a:custGeom>
            <a:avLst/>
            <a:gdLst/>
            <a:ahLst/>
            <a:cxnLst/>
            <a:rect l="l" t="t" r="r" b="b"/>
            <a:pathLst>
              <a:path w="3440951" h="3195050">
                <a:moveTo>
                  <a:pt x="0" y="0"/>
                </a:moveTo>
                <a:lnTo>
                  <a:pt x="3440951" y="0"/>
                </a:lnTo>
                <a:lnTo>
                  <a:pt x="3440951" y="3195050"/>
                </a:lnTo>
                <a:lnTo>
                  <a:pt x="0" y="3195050"/>
                </a:lnTo>
                <a:lnTo>
                  <a:pt x="0" y="0"/>
                </a:lnTo>
                <a:close/>
              </a:path>
            </a:pathLst>
          </a:custGeom>
          <a:blipFill>
            <a:blip r:embed="rId3"/>
            <a:stretch>
              <a:fillRect l="-1056" t="-45112"/>
            </a:stretch>
          </a:blipFill>
        </p:spPr>
        <p:txBody>
          <a:bodyPr/>
          <a:lstStyle/>
          <a:p>
            <a:endParaRPr lang="en-IN"/>
          </a:p>
        </p:txBody>
      </p:sp>
      <p:sp>
        <p:nvSpPr>
          <p:cNvPr id="16" name="Freeform 16"/>
          <p:cNvSpPr/>
          <p:nvPr/>
        </p:nvSpPr>
        <p:spPr>
          <a:xfrm>
            <a:off x="11064265" y="6680733"/>
            <a:ext cx="3777469" cy="2973429"/>
          </a:xfrm>
          <a:custGeom>
            <a:avLst/>
            <a:gdLst/>
            <a:ahLst/>
            <a:cxnLst/>
            <a:rect l="l" t="t" r="r" b="b"/>
            <a:pathLst>
              <a:path w="3777469" h="2973429">
                <a:moveTo>
                  <a:pt x="0" y="0"/>
                </a:moveTo>
                <a:lnTo>
                  <a:pt x="3777469" y="0"/>
                </a:lnTo>
                <a:lnTo>
                  <a:pt x="3777469" y="2973429"/>
                </a:lnTo>
                <a:lnTo>
                  <a:pt x="0" y="2973429"/>
                </a:lnTo>
                <a:lnTo>
                  <a:pt x="0" y="0"/>
                </a:lnTo>
                <a:close/>
              </a:path>
            </a:pathLst>
          </a:custGeom>
          <a:blipFill>
            <a:blip r:embed="rId4"/>
            <a:stretch>
              <a:fillRect l="-6188" t="-3147" r="-3698" b="-1552"/>
            </a:stretch>
          </a:blipFill>
        </p:spPr>
        <p:txBody>
          <a:bodyPr/>
          <a:lstStyle/>
          <a:p>
            <a:endParaRPr lang="en-IN"/>
          </a:p>
        </p:txBody>
      </p:sp>
      <p:grpSp>
        <p:nvGrpSpPr>
          <p:cNvPr id="17" name="Group 17"/>
          <p:cNvGrpSpPr/>
          <p:nvPr/>
        </p:nvGrpSpPr>
        <p:grpSpPr>
          <a:xfrm>
            <a:off x="9476458" y="1835466"/>
            <a:ext cx="5960020" cy="1524385"/>
            <a:chOff x="0" y="0"/>
            <a:chExt cx="7946693" cy="2032513"/>
          </a:xfrm>
        </p:grpSpPr>
        <p:grpSp>
          <p:nvGrpSpPr>
            <p:cNvPr id="18" name="Group 18"/>
            <p:cNvGrpSpPr/>
            <p:nvPr/>
          </p:nvGrpSpPr>
          <p:grpSpPr>
            <a:xfrm>
              <a:off x="0" y="0"/>
              <a:ext cx="7946693" cy="1830004"/>
              <a:chOff x="0" y="0"/>
              <a:chExt cx="1569717" cy="361482"/>
            </a:xfrm>
          </p:grpSpPr>
          <p:sp>
            <p:nvSpPr>
              <p:cNvPr id="19" name="Freeform 19"/>
              <p:cNvSpPr/>
              <p:nvPr/>
            </p:nvSpPr>
            <p:spPr>
              <a:xfrm>
                <a:off x="0" y="0"/>
                <a:ext cx="1569717" cy="361482"/>
              </a:xfrm>
              <a:custGeom>
                <a:avLst/>
                <a:gdLst/>
                <a:ahLst/>
                <a:cxnLst/>
                <a:rect l="l" t="t" r="r" b="b"/>
                <a:pathLst>
                  <a:path w="1569717" h="361482">
                    <a:moveTo>
                      <a:pt x="0" y="0"/>
                    </a:moveTo>
                    <a:lnTo>
                      <a:pt x="1569717" y="0"/>
                    </a:lnTo>
                    <a:lnTo>
                      <a:pt x="1569717" y="361482"/>
                    </a:lnTo>
                    <a:lnTo>
                      <a:pt x="0" y="361482"/>
                    </a:lnTo>
                    <a:close/>
                  </a:path>
                </a:pathLst>
              </a:custGeom>
              <a:solidFill>
                <a:srgbClr val="5CE1E6"/>
              </a:solidFill>
            </p:spPr>
            <p:txBody>
              <a:bodyPr/>
              <a:lstStyle/>
              <a:p>
                <a:endParaRPr lang="en-IN"/>
              </a:p>
            </p:txBody>
          </p:sp>
          <p:sp>
            <p:nvSpPr>
              <p:cNvPr id="20" name="TextBox 20"/>
              <p:cNvSpPr txBox="1"/>
              <p:nvPr/>
            </p:nvSpPr>
            <p:spPr>
              <a:xfrm>
                <a:off x="0" y="-38100"/>
                <a:ext cx="1569717" cy="399582"/>
              </a:xfrm>
              <a:prstGeom prst="rect">
                <a:avLst/>
              </a:prstGeom>
            </p:spPr>
            <p:txBody>
              <a:bodyPr lIns="50800" tIns="50800" rIns="50800" bIns="50800" rtlCol="0" anchor="ctr"/>
              <a:lstStyle/>
              <a:p>
                <a:pPr algn="ctr">
                  <a:lnSpc>
                    <a:spcPts val="2079"/>
                  </a:lnSpc>
                </a:pPr>
                <a:endParaRPr/>
              </a:p>
            </p:txBody>
          </p:sp>
        </p:grpSp>
        <p:sp>
          <p:nvSpPr>
            <p:cNvPr id="21" name="TextBox 21"/>
            <p:cNvSpPr txBox="1"/>
            <p:nvPr/>
          </p:nvSpPr>
          <p:spPr>
            <a:xfrm>
              <a:off x="136459" y="211160"/>
              <a:ext cx="7810234" cy="1821353"/>
            </a:xfrm>
            <a:prstGeom prst="rect">
              <a:avLst/>
            </a:prstGeom>
          </p:spPr>
          <p:txBody>
            <a:bodyPr lIns="0" tIns="0" rIns="0" bIns="0" rtlCol="0" anchor="t">
              <a:spAutoFit/>
            </a:bodyPr>
            <a:lstStyle/>
            <a:p>
              <a:pPr algn="l">
                <a:lnSpc>
                  <a:spcPts val="2699"/>
                </a:lnSpc>
              </a:pPr>
              <a:r>
                <a:rPr lang="en-US" sz="2249" dirty="0">
                  <a:solidFill>
                    <a:srgbClr val="000000"/>
                  </a:solidFill>
                  <a:latin typeface="Times New Roman"/>
                  <a:ea typeface="Times New Roman"/>
                  <a:cs typeface="Times New Roman"/>
                  <a:sym typeface="Times New Roman"/>
                </a:rPr>
                <a:t>Published in the conference proceedings at the </a:t>
              </a:r>
              <a:r>
                <a:rPr lang="en-US" sz="2249" b="1" dirty="0">
                  <a:solidFill>
                    <a:srgbClr val="000000"/>
                  </a:solidFill>
                  <a:latin typeface="Times New Roman Bold"/>
                  <a:ea typeface="Times New Roman Bold"/>
                  <a:cs typeface="Times New Roman Bold"/>
                  <a:sym typeface="Times New Roman Bold"/>
                </a:rPr>
                <a:t>World Ocean Sciences Congress (WOSC 2026)</a:t>
              </a:r>
              <a:r>
                <a:rPr lang="en-US" sz="2249" dirty="0">
                  <a:solidFill>
                    <a:srgbClr val="000000"/>
                  </a:solidFill>
                  <a:latin typeface="Times New Roman"/>
                  <a:ea typeface="Times New Roman"/>
                  <a:cs typeface="Times New Roman"/>
                  <a:sym typeface="Times New Roman"/>
                </a:rPr>
                <a:t>, CSIR-NIO, Goa – 23rd to 26th February </a:t>
              </a:r>
            </a:p>
            <a:p>
              <a:pPr algn="l">
                <a:lnSpc>
                  <a:spcPts val="2699"/>
                </a:lnSpc>
              </a:pPr>
              <a:endParaRPr lang="en-US" sz="2249" dirty="0">
                <a:solidFill>
                  <a:srgbClr val="000000"/>
                </a:solidFill>
                <a:latin typeface="Times New Roman"/>
                <a:ea typeface="Times New Roman"/>
                <a:cs typeface="Times New Roman"/>
                <a:sym typeface="Times New Roman"/>
              </a:endParaRPr>
            </a:p>
          </p:txBody>
        </p:sp>
      </p:grpSp>
      <p:sp>
        <p:nvSpPr>
          <p:cNvPr id="22" name="Freeform 22"/>
          <p:cNvSpPr/>
          <p:nvPr/>
        </p:nvSpPr>
        <p:spPr>
          <a:xfrm>
            <a:off x="3314700" y="1835466"/>
            <a:ext cx="5447082" cy="7699056"/>
          </a:xfrm>
          <a:custGeom>
            <a:avLst/>
            <a:gdLst/>
            <a:ahLst/>
            <a:cxnLst/>
            <a:rect l="l" t="t" r="r" b="b"/>
            <a:pathLst>
              <a:path w="5447082" h="7699056">
                <a:moveTo>
                  <a:pt x="0" y="0"/>
                </a:moveTo>
                <a:lnTo>
                  <a:pt x="5447082" y="0"/>
                </a:lnTo>
                <a:lnTo>
                  <a:pt x="5447082" y="7699056"/>
                </a:lnTo>
                <a:lnTo>
                  <a:pt x="0" y="7699056"/>
                </a:lnTo>
                <a:lnTo>
                  <a:pt x="0" y="0"/>
                </a:lnTo>
                <a:close/>
              </a:path>
            </a:pathLst>
          </a:custGeom>
          <a:blipFill>
            <a:blip r:embed="rId5"/>
            <a:stretch>
              <a:fillRect/>
            </a:stretch>
          </a:blipFill>
        </p:spPr>
        <p:txBody>
          <a:bodyPr/>
          <a:lstStyle/>
          <a:p>
            <a:endParaRPr lang="en-IN"/>
          </a:p>
        </p:txBody>
      </p:sp>
      <p:grpSp>
        <p:nvGrpSpPr>
          <p:cNvPr id="23" name="Group 5">
            <a:extLst>
              <a:ext uri="{FF2B5EF4-FFF2-40B4-BE49-F238E27FC236}">
                <a16:creationId xmlns:a16="http://schemas.microsoft.com/office/drawing/2014/main" id="{11F114AC-7EFE-5651-DBF2-1822D495A622}"/>
              </a:ext>
            </a:extLst>
          </p:cNvPr>
          <p:cNvGrpSpPr/>
          <p:nvPr/>
        </p:nvGrpSpPr>
        <p:grpSpPr>
          <a:xfrm>
            <a:off x="685800" y="702945"/>
            <a:ext cx="2958504" cy="902805"/>
            <a:chOff x="0" y="0"/>
            <a:chExt cx="2805100" cy="855993"/>
          </a:xfrm>
        </p:grpSpPr>
        <p:sp>
          <p:nvSpPr>
            <p:cNvPr id="24" name="Freeform 6">
              <a:extLst>
                <a:ext uri="{FF2B5EF4-FFF2-40B4-BE49-F238E27FC236}">
                  <a16:creationId xmlns:a16="http://schemas.microsoft.com/office/drawing/2014/main" id="{F89387A3-C2C1-963F-98B8-24F17711CC53}"/>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6"/>
              <a:stretch>
                <a:fillRect r="-1" b="-10568"/>
              </a:stretch>
            </a:blipFill>
          </p:spPr>
          <p:txBody>
            <a:bodyPr/>
            <a:lstStyle/>
            <a:p>
              <a:endParaRPr lang="en-IN"/>
            </a:p>
          </p:txBody>
        </p:sp>
      </p:grpSp>
      <p:grpSp>
        <p:nvGrpSpPr>
          <p:cNvPr id="31" name="Group 13">
            <a:extLst>
              <a:ext uri="{FF2B5EF4-FFF2-40B4-BE49-F238E27FC236}">
                <a16:creationId xmlns:a16="http://schemas.microsoft.com/office/drawing/2014/main" id="{FD2CF928-1781-A06B-835C-C0B4D0F5852F}"/>
              </a:ext>
            </a:extLst>
          </p:cNvPr>
          <p:cNvGrpSpPr/>
          <p:nvPr/>
        </p:nvGrpSpPr>
        <p:grpSpPr>
          <a:xfrm>
            <a:off x="15187594" y="697490"/>
            <a:ext cx="2404774" cy="1132521"/>
            <a:chOff x="0" y="0"/>
            <a:chExt cx="2280082" cy="1073798"/>
          </a:xfrm>
        </p:grpSpPr>
        <p:sp>
          <p:nvSpPr>
            <p:cNvPr id="32" name="Freeform 14" descr="icot 2023 Trifold Brochure_14.02.2023">
              <a:extLst>
                <a:ext uri="{FF2B5EF4-FFF2-40B4-BE49-F238E27FC236}">
                  <a16:creationId xmlns:a16="http://schemas.microsoft.com/office/drawing/2014/main" id="{13769E85-7C4B-AD32-F64D-665501A69331}"/>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7"/>
              <a:stretch>
                <a:fillRect r="-2" b="-1"/>
              </a:stretch>
            </a:blipFill>
          </p:spPr>
          <p:txBody>
            <a:bodyPr/>
            <a:lstStyle/>
            <a:p>
              <a:endParaRPr lang="en-IN"/>
            </a:p>
          </p:txBody>
        </p:sp>
      </p:grpSp>
      <p:grpSp>
        <p:nvGrpSpPr>
          <p:cNvPr id="33" name="Group 7">
            <a:extLst>
              <a:ext uri="{FF2B5EF4-FFF2-40B4-BE49-F238E27FC236}">
                <a16:creationId xmlns:a16="http://schemas.microsoft.com/office/drawing/2014/main" id="{08FFBEBB-8682-7130-47E1-E00CBEB7B9EC}"/>
              </a:ext>
            </a:extLst>
          </p:cNvPr>
          <p:cNvGrpSpPr/>
          <p:nvPr/>
        </p:nvGrpSpPr>
        <p:grpSpPr>
          <a:xfrm>
            <a:off x="914399" y="9441570"/>
            <a:ext cx="5257801" cy="640640"/>
            <a:chOff x="-1950720" y="-88132"/>
            <a:chExt cx="4985173" cy="607421"/>
          </a:xfrm>
        </p:grpSpPr>
        <p:sp>
          <p:nvSpPr>
            <p:cNvPr id="34" name="Freeform 8">
              <a:extLst>
                <a:ext uri="{FF2B5EF4-FFF2-40B4-BE49-F238E27FC236}">
                  <a16:creationId xmlns:a16="http://schemas.microsoft.com/office/drawing/2014/main" id="{2D361AEB-E00B-5569-0055-649B731FB071}"/>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35" name="TextBox 9">
              <a:extLst>
                <a:ext uri="{FF2B5EF4-FFF2-40B4-BE49-F238E27FC236}">
                  <a16:creationId xmlns:a16="http://schemas.microsoft.com/office/drawing/2014/main" id="{0812C416-982C-3CB9-3089-2AC2DA3FFB9B}"/>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47999" y="-147441"/>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dirty="0">
                  <a:solidFill>
                    <a:srgbClr val="000000"/>
                  </a:solidFill>
                  <a:latin typeface="Calibri (MS)"/>
                  <a:ea typeface="Calibri (MS)"/>
                  <a:cs typeface="Calibri (MS)"/>
                  <a:sym typeface="Calibri (MS)"/>
                </a:rPr>
                <a:t>    Work Plan / Timeline</a:t>
              </a:r>
            </a:p>
          </p:txBody>
        </p:sp>
      </p:grpSp>
      <p:graphicFrame>
        <p:nvGraphicFramePr>
          <p:cNvPr id="16" name="Content Placeholder 3">
            <a:extLst>
              <a:ext uri="{FF2B5EF4-FFF2-40B4-BE49-F238E27FC236}">
                <a16:creationId xmlns:a16="http://schemas.microsoft.com/office/drawing/2014/main" id="{25FAC8DD-B59C-F92C-76C2-F2881929D38A}"/>
              </a:ext>
            </a:extLst>
          </p:cNvPr>
          <p:cNvGraphicFramePr>
            <a:graphicFrameLocks/>
          </p:cNvGraphicFramePr>
          <p:nvPr>
            <p:extLst>
              <p:ext uri="{D42A27DB-BD31-4B8C-83A1-F6EECF244321}">
                <p14:modId xmlns:p14="http://schemas.microsoft.com/office/powerpoint/2010/main" val="1996480309"/>
              </p:ext>
            </p:extLst>
          </p:nvPr>
        </p:nvGraphicFramePr>
        <p:xfrm>
          <a:off x="2286000" y="1247933"/>
          <a:ext cx="14782801" cy="8281070"/>
        </p:xfrm>
        <a:graphic>
          <a:graphicData uri="http://schemas.openxmlformats.org/drawingml/2006/table">
            <a:tbl>
              <a:tblPr firstRow="1" bandRow="1">
                <a:tableStyleId>{5C22544A-7EE6-4342-B048-85BDC9FD1C3A}</a:tableStyleId>
              </a:tblPr>
              <a:tblGrid>
                <a:gridCol w="6608440">
                  <a:extLst>
                    <a:ext uri="{9D8B030D-6E8A-4147-A177-3AD203B41FA5}">
                      <a16:colId xmlns:a16="http://schemas.microsoft.com/office/drawing/2014/main" val="134160303"/>
                    </a:ext>
                  </a:extLst>
                </a:gridCol>
                <a:gridCol w="1281176">
                  <a:extLst>
                    <a:ext uri="{9D8B030D-6E8A-4147-A177-3AD203B41FA5}">
                      <a16:colId xmlns:a16="http://schemas.microsoft.com/office/drawing/2014/main" val="248092659"/>
                    </a:ext>
                  </a:extLst>
                </a:gridCol>
                <a:gridCol w="1101984">
                  <a:extLst>
                    <a:ext uri="{9D8B030D-6E8A-4147-A177-3AD203B41FA5}">
                      <a16:colId xmlns:a16="http://schemas.microsoft.com/office/drawing/2014/main" val="3162861009"/>
                    </a:ext>
                  </a:extLst>
                </a:gridCol>
                <a:gridCol w="1295400">
                  <a:extLst>
                    <a:ext uri="{9D8B030D-6E8A-4147-A177-3AD203B41FA5}">
                      <a16:colId xmlns:a16="http://schemas.microsoft.com/office/drawing/2014/main" val="3463434833"/>
                    </a:ext>
                  </a:extLst>
                </a:gridCol>
                <a:gridCol w="1219200">
                  <a:extLst>
                    <a:ext uri="{9D8B030D-6E8A-4147-A177-3AD203B41FA5}">
                      <a16:colId xmlns:a16="http://schemas.microsoft.com/office/drawing/2014/main" val="2195122958"/>
                    </a:ext>
                  </a:extLst>
                </a:gridCol>
                <a:gridCol w="1411578">
                  <a:extLst>
                    <a:ext uri="{9D8B030D-6E8A-4147-A177-3AD203B41FA5}">
                      <a16:colId xmlns:a16="http://schemas.microsoft.com/office/drawing/2014/main" val="2207076237"/>
                    </a:ext>
                  </a:extLst>
                </a:gridCol>
                <a:gridCol w="1865023">
                  <a:extLst>
                    <a:ext uri="{9D8B030D-6E8A-4147-A177-3AD203B41FA5}">
                      <a16:colId xmlns:a16="http://schemas.microsoft.com/office/drawing/2014/main" val="3081794293"/>
                    </a:ext>
                  </a:extLst>
                </a:gridCol>
              </a:tblGrid>
              <a:tr h="361576">
                <a:tc>
                  <a:txBody>
                    <a:bodyPr/>
                    <a:lstStyle/>
                    <a:p>
                      <a:pPr algn="ctr"/>
                      <a:r>
                        <a:rPr lang="en-IN" sz="2000" dirty="0">
                          <a:latin typeface="Times New Roman" panose="02020603050405020304" pitchFamily="18" charset="0"/>
                          <a:cs typeface="Times New Roman" panose="02020603050405020304" pitchFamily="18" charset="0"/>
                        </a:rPr>
                        <a:t>Phase</a:t>
                      </a:r>
                    </a:p>
                  </a:txBody>
                  <a:tcPr/>
                </a:tc>
                <a:tc>
                  <a:txBody>
                    <a:bodyPr/>
                    <a:lstStyle/>
                    <a:p>
                      <a:pPr algn="ctr"/>
                      <a:r>
                        <a:rPr lang="en-IN" sz="2000" dirty="0">
                          <a:latin typeface="Times New Roman" panose="02020603050405020304" pitchFamily="18" charset="0"/>
                          <a:cs typeface="Times New Roman" panose="02020603050405020304" pitchFamily="18" charset="0"/>
                        </a:rPr>
                        <a:t>Nov </a:t>
                      </a:r>
                    </a:p>
                  </a:txBody>
                  <a:tcPr/>
                </a:tc>
                <a:tc>
                  <a:txBody>
                    <a:bodyPr/>
                    <a:lstStyle/>
                    <a:p>
                      <a:pPr algn="ctr"/>
                      <a:r>
                        <a:rPr lang="en-IN" sz="2000" dirty="0">
                          <a:latin typeface="Times New Roman" panose="02020603050405020304" pitchFamily="18" charset="0"/>
                          <a:cs typeface="Times New Roman" panose="02020603050405020304" pitchFamily="18" charset="0"/>
                        </a:rPr>
                        <a:t>Dec</a:t>
                      </a:r>
                    </a:p>
                  </a:txBody>
                  <a:tcPr/>
                </a:tc>
                <a:tc>
                  <a:txBody>
                    <a:bodyPr/>
                    <a:lstStyle/>
                    <a:p>
                      <a:pPr algn="ctr"/>
                      <a:r>
                        <a:rPr lang="en-IN" sz="2000" dirty="0">
                          <a:latin typeface="Times New Roman" panose="02020603050405020304" pitchFamily="18" charset="0"/>
                          <a:cs typeface="Times New Roman" panose="02020603050405020304" pitchFamily="18" charset="0"/>
                        </a:rPr>
                        <a:t>Jan</a:t>
                      </a:r>
                    </a:p>
                  </a:txBody>
                  <a:tcPr/>
                </a:tc>
                <a:tc>
                  <a:txBody>
                    <a:bodyPr/>
                    <a:lstStyle/>
                    <a:p>
                      <a:pPr algn="ctr"/>
                      <a:r>
                        <a:rPr lang="en-IN" sz="2000" dirty="0">
                          <a:latin typeface="Times New Roman" panose="02020603050405020304" pitchFamily="18" charset="0"/>
                          <a:cs typeface="Times New Roman" panose="02020603050405020304" pitchFamily="18" charset="0"/>
                        </a:rPr>
                        <a:t>Feb</a:t>
                      </a:r>
                    </a:p>
                  </a:txBody>
                  <a:tcPr/>
                </a:tc>
                <a:tc>
                  <a:txBody>
                    <a:bodyPr/>
                    <a:lstStyle/>
                    <a:p>
                      <a:pPr algn="ctr"/>
                      <a:r>
                        <a:rPr lang="en-IN" sz="2000" dirty="0">
                          <a:latin typeface="Times New Roman" panose="02020603050405020304" pitchFamily="18" charset="0"/>
                          <a:cs typeface="Times New Roman" panose="02020603050405020304" pitchFamily="18" charset="0"/>
                        </a:rPr>
                        <a:t>Mar</a:t>
                      </a:r>
                    </a:p>
                  </a:txBody>
                  <a:tcPr/>
                </a:tc>
                <a:tc>
                  <a:txBody>
                    <a:bodyPr/>
                    <a:lstStyle/>
                    <a:p>
                      <a:pPr algn="ctr"/>
                      <a:r>
                        <a:rPr lang="en-IN" sz="2000" dirty="0">
                          <a:latin typeface="Times New Roman" panose="02020603050405020304" pitchFamily="18" charset="0"/>
                          <a:cs typeface="Times New Roman" panose="02020603050405020304" pitchFamily="18" charset="0"/>
                        </a:rPr>
                        <a:t>Apr</a:t>
                      </a:r>
                    </a:p>
                  </a:txBody>
                  <a:tcPr/>
                </a:tc>
                <a:extLst>
                  <a:ext uri="{0D108BD9-81ED-4DB2-BD59-A6C34878D82A}">
                    <a16:rowId xmlns:a16="http://schemas.microsoft.com/office/drawing/2014/main" val="283006149"/>
                  </a:ext>
                </a:extLst>
              </a:tr>
              <a:tr h="1072353">
                <a:tc>
                  <a:txBody>
                    <a:bodyPr/>
                    <a:lstStyle/>
                    <a:p>
                      <a:pPr fontAlgn="base" latinLnBrk="0">
                        <a:spcAft>
                          <a:spcPts val="115"/>
                        </a:spcAft>
                        <a:buNone/>
                      </a:pPr>
                      <a:r>
                        <a:rPr lang="en-IN" sz="2000" b="1" dirty="0">
                          <a:effectLst/>
                          <a:latin typeface="Times New Roman" panose="02020603050405020304" pitchFamily="18" charset="0"/>
                          <a:cs typeface="Times New Roman" panose="02020603050405020304" pitchFamily="18" charset="0"/>
                        </a:rPr>
                        <a:t>Project Planning &amp; Research Preparation</a:t>
                      </a:r>
                    </a:p>
                  </a:txBody>
                  <a:tcPr anchor="ct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6114192"/>
                  </a:ext>
                </a:extLst>
              </a:tr>
              <a:tr h="1522832">
                <a:tc>
                  <a:txBody>
                    <a:bodyPr/>
                    <a:lstStyle/>
                    <a:p>
                      <a:pPr fontAlgn="base" latinLnBrk="0">
                        <a:lnSpc>
                          <a:spcPct val="150000"/>
                        </a:lnSpc>
                        <a:spcAft>
                          <a:spcPts val="115"/>
                        </a:spcAft>
                        <a:buNone/>
                      </a:pPr>
                      <a:r>
                        <a:rPr lang="en-US" sz="2000" b="1" dirty="0">
                          <a:effectLst/>
                          <a:latin typeface="Times New Roman" panose="02020603050405020304" pitchFamily="18" charset="0"/>
                          <a:cs typeface="Times New Roman" panose="02020603050405020304" pitchFamily="18" charset="0"/>
                        </a:rPr>
                        <a:t>Initial Model Development &amp; Experiment Setup</a:t>
                      </a:r>
                    </a:p>
                  </a:txBody>
                  <a:tcPr anchor="ct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055406"/>
                  </a:ext>
                </a:extLst>
              </a:tr>
              <a:tr h="1151633">
                <a:tc>
                  <a:txBody>
                    <a:bodyPr/>
                    <a:lstStyle/>
                    <a:p>
                      <a:pPr fontAlgn="base" latinLnBrk="0">
                        <a:lnSpc>
                          <a:spcPct val="150000"/>
                        </a:lnSpc>
                        <a:spcAft>
                          <a:spcPts val="0"/>
                        </a:spcAft>
                        <a:buNone/>
                      </a:pPr>
                      <a:r>
                        <a:rPr lang="en-IN" sz="2000" b="1" dirty="0">
                          <a:effectLst/>
                          <a:latin typeface="Times New Roman" panose="02020603050405020304" pitchFamily="18" charset="0"/>
                          <a:cs typeface="Times New Roman" panose="02020603050405020304" pitchFamily="18" charset="0"/>
                        </a:rPr>
                        <a:t>Data Processing &amp; Augmentation</a:t>
                      </a:r>
                    </a:p>
                  </a:txBody>
                  <a:tcPr anchor="ct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83119618"/>
                  </a:ext>
                </a:extLst>
              </a:tr>
              <a:tr h="832874">
                <a:tc>
                  <a:txBody>
                    <a:bodyPr/>
                    <a:lstStyle/>
                    <a:p>
                      <a:pPr fontAlgn="base" latinLnBrk="0">
                        <a:spcAft>
                          <a:spcPts val="115"/>
                        </a:spcAft>
                        <a:buNone/>
                      </a:pPr>
                      <a:r>
                        <a:rPr lang="en-IN" sz="2000" b="1" dirty="0">
                          <a:effectLst/>
                          <a:latin typeface="Times New Roman" panose="02020603050405020304" pitchFamily="18" charset="0"/>
                          <a:cs typeface="Times New Roman" panose="02020603050405020304" pitchFamily="18" charset="0"/>
                        </a:rPr>
                        <a:t>Model Training </a:t>
                      </a:r>
                    </a:p>
                  </a:txBody>
                  <a:tcPr anchor="ct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09176506"/>
                  </a:ext>
                </a:extLst>
              </a:tr>
              <a:tr h="1072353">
                <a:tc>
                  <a:txBody>
                    <a:bodyPr/>
                    <a:lstStyle/>
                    <a:p>
                      <a:pPr fontAlgn="base" latinLnBrk="0">
                        <a:spcAft>
                          <a:spcPts val="115"/>
                        </a:spcAft>
                        <a:buNone/>
                      </a:pPr>
                      <a:r>
                        <a:rPr lang="en-IN" sz="2000" b="1" dirty="0">
                          <a:effectLst/>
                          <a:latin typeface="Times New Roman" panose="02020603050405020304" pitchFamily="18" charset="0"/>
                          <a:cs typeface="Times New Roman" panose="02020603050405020304" pitchFamily="18" charset="0"/>
                        </a:rPr>
                        <a:t>System Integration &amp; Interface Development</a:t>
                      </a:r>
                    </a:p>
                  </a:txBody>
                  <a:tcPr anchor="ct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83782"/>
                  </a:ext>
                </a:extLst>
              </a:tr>
              <a:tr h="583011">
                <a:tc>
                  <a:txBody>
                    <a:bodyPr/>
                    <a:lstStyle/>
                    <a:p>
                      <a:pPr fontAlgn="base" latinLnBrk="0">
                        <a:spcAft>
                          <a:spcPts val="115"/>
                        </a:spcAft>
                        <a:buNone/>
                      </a:pPr>
                      <a:r>
                        <a:rPr lang="en-IN" sz="2000" b="1">
                          <a:effectLst/>
                          <a:latin typeface="Times New Roman" panose="02020603050405020304" pitchFamily="18" charset="0"/>
                          <a:cs typeface="Times New Roman" panose="02020603050405020304" pitchFamily="18" charset="0"/>
                        </a:rPr>
                        <a:t>Evaluation &amp; Documentation</a:t>
                      </a:r>
                    </a:p>
                  </a:txBody>
                  <a:tcPr anchor="ct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7576691"/>
                  </a:ext>
                </a:extLst>
              </a:tr>
              <a:tr h="824887">
                <a:tc>
                  <a:txBody>
                    <a:bodyPr/>
                    <a:lstStyle/>
                    <a:p>
                      <a:pPr fontAlgn="base" latinLnBrk="0">
                        <a:spcAft>
                          <a:spcPts val="115"/>
                        </a:spcAft>
                        <a:buNone/>
                      </a:pPr>
                      <a:r>
                        <a:rPr lang="en-IN" sz="2000" b="1" dirty="0">
                          <a:effectLst/>
                          <a:latin typeface="Times New Roman" panose="02020603050405020304" pitchFamily="18" charset="0"/>
                          <a:cs typeface="Times New Roman" panose="02020603050405020304" pitchFamily="18" charset="0"/>
                        </a:rPr>
                        <a:t>Final Submission</a:t>
                      </a:r>
                    </a:p>
                  </a:txBody>
                  <a:tcPr anchor="ct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7646064"/>
                  </a:ext>
                </a:extLst>
              </a:tr>
              <a:tr h="824887">
                <a:tc>
                  <a:txBody>
                    <a:bodyPr/>
                    <a:lstStyle/>
                    <a:p>
                      <a:pPr fontAlgn="base" latinLnBrk="0">
                        <a:spcAft>
                          <a:spcPts val="115"/>
                        </a:spcAft>
                        <a:buNone/>
                      </a:pPr>
                      <a:r>
                        <a:rPr lang="en-IN" sz="2000" b="1" dirty="0">
                          <a:effectLst/>
                          <a:latin typeface="Times New Roman" panose="02020603050405020304" pitchFamily="18" charset="0"/>
                          <a:cs typeface="Times New Roman" panose="02020603050405020304" pitchFamily="18" charset="0"/>
                        </a:rPr>
                        <a:t>Conference and Publications</a:t>
                      </a:r>
                    </a:p>
                  </a:txBody>
                  <a:tcPr anchor="ct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14636181"/>
                  </a:ext>
                </a:extLst>
              </a:tr>
            </a:tbl>
          </a:graphicData>
        </a:graphic>
      </p:graphicFrame>
      <p:sp>
        <p:nvSpPr>
          <p:cNvPr id="17" name="Rectangle 16">
            <a:extLst>
              <a:ext uri="{FF2B5EF4-FFF2-40B4-BE49-F238E27FC236}">
                <a16:creationId xmlns:a16="http://schemas.microsoft.com/office/drawing/2014/main" id="{34F2C477-C773-8FD4-B7BC-C0D9CC01ECB8}"/>
              </a:ext>
            </a:extLst>
          </p:cNvPr>
          <p:cNvSpPr/>
          <p:nvPr/>
        </p:nvSpPr>
        <p:spPr>
          <a:xfrm>
            <a:off x="8894658" y="2019300"/>
            <a:ext cx="2382942" cy="25947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3"/>
              </a:solidFill>
            </a:endParaRPr>
          </a:p>
        </p:txBody>
      </p:sp>
      <p:sp>
        <p:nvSpPr>
          <p:cNvPr id="18" name="Rectangle 17">
            <a:extLst>
              <a:ext uri="{FF2B5EF4-FFF2-40B4-BE49-F238E27FC236}">
                <a16:creationId xmlns:a16="http://schemas.microsoft.com/office/drawing/2014/main" id="{8B4193DB-F685-9260-8A02-356579CBA2BC}"/>
              </a:ext>
            </a:extLst>
          </p:cNvPr>
          <p:cNvSpPr/>
          <p:nvPr/>
        </p:nvSpPr>
        <p:spPr>
          <a:xfrm>
            <a:off x="11284352" y="3421226"/>
            <a:ext cx="1288648" cy="25947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3"/>
              </a:solidFill>
            </a:endParaRPr>
          </a:p>
        </p:txBody>
      </p:sp>
      <p:sp>
        <p:nvSpPr>
          <p:cNvPr id="19" name="Rectangle 18">
            <a:extLst>
              <a:ext uri="{FF2B5EF4-FFF2-40B4-BE49-F238E27FC236}">
                <a16:creationId xmlns:a16="http://schemas.microsoft.com/office/drawing/2014/main" id="{ECFE1C29-379E-B907-B915-33F1626202BF}"/>
              </a:ext>
            </a:extLst>
          </p:cNvPr>
          <p:cNvSpPr/>
          <p:nvPr/>
        </p:nvSpPr>
        <p:spPr>
          <a:xfrm>
            <a:off x="11839483" y="4760236"/>
            <a:ext cx="1467034" cy="25250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3"/>
              </a:solidFill>
            </a:endParaRPr>
          </a:p>
        </p:txBody>
      </p:sp>
      <p:sp>
        <p:nvSpPr>
          <p:cNvPr id="20" name="Rectangle 19">
            <a:extLst>
              <a:ext uri="{FF2B5EF4-FFF2-40B4-BE49-F238E27FC236}">
                <a16:creationId xmlns:a16="http://schemas.microsoft.com/office/drawing/2014/main" id="{8CD61FAA-EC1A-DDE9-BA82-8B8AD77E97E9}"/>
              </a:ext>
            </a:extLst>
          </p:cNvPr>
          <p:cNvSpPr/>
          <p:nvPr/>
        </p:nvSpPr>
        <p:spPr>
          <a:xfrm>
            <a:off x="15213330" y="7449241"/>
            <a:ext cx="1054562" cy="25947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ectangle 20">
            <a:extLst>
              <a:ext uri="{FF2B5EF4-FFF2-40B4-BE49-F238E27FC236}">
                <a16:creationId xmlns:a16="http://schemas.microsoft.com/office/drawing/2014/main" id="{CCA659E4-67D0-AD1D-2571-CE2DC39BEA3B}"/>
              </a:ext>
            </a:extLst>
          </p:cNvPr>
          <p:cNvSpPr/>
          <p:nvPr/>
        </p:nvSpPr>
        <p:spPr>
          <a:xfrm>
            <a:off x="14478000" y="6623392"/>
            <a:ext cx="762000" cy="25947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3B9038A5-CD73-FB74-1066-DD55E415F590}"/>
              </a:ext>
            </a:extLst>
          </p:cNvPr>
          <p:cNvSpPr/>
          <p:nvPr/>
        </p:nvSpPr>
        <p:spPr>
          <a:xfrm>
            <a:off x="13306517" y="5663617"/>
            <a:ext cx="1247683" cy="25947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accent3"/>
              </a:solidFill>
            </a:endParaRPr>
          </a:p>
        </p:txBody>
      </p:sp>
      <p:sp>
        <p:nvSpPr>
          <p:cNvPr id="23" name="Rectangle 22">
            <a:extLst>
              <a:ext uri="{FF2B5EF4-FFF2-40B4-BE49-F238E27FC236}">
                <a16:creationId xmlns:a16="http://schemas.microsoft.com/office/drawing/2014/main" id="{58E2ED3B-2961-A666-C14E-E4E2BD519334}"/>
              </a:ext>
            </a:extLst>
          </p:cNvPr>
          <p:cNvSpPr/>
          <p:nvPr/>
        </p:nvSpPr>
        <p:spPr>
          <a:xfrm>
            <a:off x="16267892" y="8145353"/>
            <a:ext cx="800909" cy="259473"/>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7E42C3D1-5E95-FF5E-F0D4-429DF2723D5D}"/>
              </a:ext>
            </a:extLst>
          </p:cNvPr>
          <p:cNvSpPr/>
          <p:nvPr/>
        </p:nvSpPr>
        <p:spPr>
          <a:xfrm>
            <a:off x="11277600" y="8933903"/>
            <a:ext cx="5791201" cy="25947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5" name="Group 5">
            <a:extLst>
              <a:ext uri="{FF2B5EF4-FFF2-40B4-BE49-F238E27FC236}">
                <a16:creationId xmlns:a16="http://schemas.microsoft.com/office/drawing/2014/main" id="{03096691-3B6D-FCE4-5521-CEDF62745793}"/>
              </a:ext>
            </a:extLst>
          </p:cNvPr>
          <p:cNvGrpSpPr/>
          <p:nvPr/>
        </p:nvGrpSpPr>
        <p:grpSpPr>
          <a:xfrm>
            <a:off x="457200" y="223232"/>
            <a:ext cx="2958504" cy="902805"/>
            <a:chOff x="0" y="0"/>
            <a:chExt cx="2805100" cy="855993"/>
          </a:xfrm>
        </p:grpSpPr>
        <p:sp>
          <p:nvSpPr>
            <p:cNvPr id="25" name="Freeform 6">
              <a:extLst>
                <a:ext uri="{FF2B5EF4-FFF2-40B4-BE49-F238E27FC236}">
                  <a16:creationId xmlns:a16="http://schemas.microsoft.com/office/drawing/2014/main" id="{E20BE14C-6929-0C04-53FA-C2084E6A6621}"/>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sp>
        <p:nvSpPr>
          <p:cNvPr id="27" name="Freeform 8">
            <a:extLst>
              <a:ext uri="{FF2B5EF4-FFF2-40B4-BE49-F238E27FC236}">
                <a16:creationId xmlns:a16="http://schemas.microsoft.com/office/drawing/2014/main" id="{1FD3F286-93F0-8E54-CD18-DE64EC928A20}"/>
              </a:ext>
            </a:extLst>
          </p:cNvPr>
          <p:cNvSpPr/>
          <p:nvPr/>
        </p:nvSpPr>
        <p:spPr>
          <a:xfrm>
            <a:off x="2971800" y="9534522"/>
            <a:ext cx="3200400" cy="547688"/>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grpSp>
        <p:nvGrpSpPr>
          <p:cNvPr id="32" name="Group 13">
            <a:extLst>
              <a:ext uri="{FF2B5EF4-FFF2-40B4-BE49-F238E27FC236}">
                <a16:creationId xmlns:a16="http://schemas.microsoft.com/office/drawing/2014/main" id="{B83A15C2-4EAF-25A2-4FF2-C8D78C9F300A}"/>
              </a:ext>
            </a:extLst>
          </p:cNvPr>
          <p:cNvGrpSpPr/>
          <p:nvPr/>
        </p:nvGrpSpPr>
        <p:grpSpPr>
          <a:xfrm>
            <a:off x="15485409" y="54457"/>
            <a:ext cx="2404774" cy="1132521"/>
            <a:chOff x="0" y="0"/>
            <a:chExt cx="2280082" cy="1073798"/>
          </a:xfrm>
        </p:grpSpPr>
        <p:sp>
          <p:nvSpPr>
            <p:cNvPr id="33" name="Freeform 14" descr="icot 2023 Trifold Brochure_14.02.2023">
              <a:extLst>
                <a:ext uri="{FF2B5EF4-FFF2-40B4-BE49-F238E27FC236}">
                  <a16:creationId xmlns:a16="http://schemas.microsoft.com/office/drawing/2014/main" id="{71E594D2-63CF-7935-EE55-B648434B29E1}"/>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34" name="Group 7">
            <a:extLst>
              <a:ext uri="{FF2B5EF4-FFF2-40B4-BE49-F238E27FC236}">
                <a16:creationId xmlns:a16="http://schemas.microsoft.com/office/drawing/2014/main" id="{47F2D393-FD3D-C7F0-5458-CE22458C435F}"/>
              </a:ext>
            </a:extLst>
          </p:cNvPr>
          <p:cNvGrpSpPr/>
          <p:nvPr/>
        </p:nvGrpSpPr>
        <p:grpSpPr>
          <a:xfrm>
            <a:off x="914399" y="9441570"/>
            <a:ext cx="5257801" cy="640640"/>
            <a:chOff x="-1950720" y="-88132"/>
            <a:chExt cx="4985173" cy="607421"/>
          </a:xfrm>
        </p:grpSpPr>
        <p:sp>
          <p:nvSpPr>
            <p:cNvPr id="35" name="Freeform 8">
              <a:extLst>
                <a:ext uri="{FF2B5EF4-FFF2-40B4-BE49-F238E27FC236}">
                  <a16:creationId xmlns:a16="http://schemas.microsoft.com/office/drawing/2014/main" id="{91A886AA-1D9F-BB15-83D4-5BB7B7E5DA8F}"/>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36" name="TextBox 9">
              <a:extLst>
                <a:ext uri="{FF2B5EF4-FFF2-40B4-BE49-F238E27FC236}">
                  <a16:creationId xmlns:a16="http://schemas.microsoft.com/office/drawing/2014/main" id="{D62865AA-9DF2-DD45-6B93-94EF87176086}"/>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a:solidFill>
                    <a:srgbClr val="000000"/>
                  </a:solidFill>
                  <a:latin typeface="Calibri (MS)"/>
                  <a:ea typeface="Calibri (MS)"/>
                  <a:cs typeface="Calibri (MS)"/>
                  <a:sym typeface="Calibri (MS)"/>
                </a:rPr>
                <a:t>    SDG Mapping</a:t>
              </a:r>
            </a:p>
          </p:txBody>
        </p:sp>
      </p:grpSp>
      <p:grpSp>
        <p:nvGrpSpPr>
          <p:cNvPr id="15" name="Group 15"/>
          <p:cNvGrpSpPr/>
          <p:nvPr/>
        </p:nvGrpSpPr>
        <p:grpSpPr>
          <a:xfrm>
            <a:off x="3148578" y="2445600"/>
            <a:ext cx="11617119" cy="6104200"/>
            <a:chOff x="0" y="0"/>
            <a:chExt cx="3059653" cy="1607690"/>
          </a:xfrm>
        </p:grpSpPr>
        <p:sp>
          <p:nvSpPr>
            <p:cNvPr id="16" name="Freeform 16"/>
            <p:cNvSpPr/>
            <p:nvPr/>
          </p:nvSpPr>
          <p:spPr>
            <a:xfrm>
              <a:off x="0" y="0"/>
              <a:ext cx="3059653" cy="1607690"/>
            </a:xfrm>
            <a:custGeom>
              <a:avLst/>
              <a:gdLst/>
              <a:ahLst/>
              <a:cxnLst/>
              <a:rect l="l" t="t" r="r" b="b"/>
              <a:pathLst>
                <a:path w="3059653" h="1607690">
                  <a:moveTo>
                    <a:pt x="0" y="0"/>
                  </a:moveTo>
                  <a:lnTo>
                    <a:pt x="3059653" y="0"/>
                  </a:lnTo>
                  <a:lnTo>
                    <a:pt x="3059653" y="1607690"/>
                  </a:lnTo>
                  <a:lnTo>
                    <a:pt x="0" y="1607690"/>
                  </a:lnTo>
                  <a:close/>
                </a:path>
              </a:pathLst>
            </a:custGeom>
            <a:solidFill>
              <a:srgbClr val="5CE1E6"/>
            </a:solidFill>
          </p:spPr>
          <p:txBody>
            <a:bodyPr/>
            <a:lstStyle/>
            <a:p>
              <a:endParaRPr lang="en-IN"/>
            </a:p>
          </p:txBody>
        </p:sp>
        <p:sp>
          <p:nvSpPr>
            <p:cNvPr id="17" name="TextBox 17"/>
            <p:cNvSpPr txBox="1"/>
            <p:nvPr/>
          </p:nvSpPr>
          <p:spPr>
            <a:xfrm>
              <a:off x="0" y="-38100"/>
              <a:ext cx="3059653" cy="1645790"/>
            </a:xfrm>
            <a:prstGeom prst="rect">
              <a:avLst/>
            </a:prstGeom>
          </p:spPr>
          <p:txBody>
            <a:bodyPr lIns="50800" tIns="50800" rIns="50800" bIns="50800" rtlCol="0" anchor="ctr"/>
            <a:lstStyle/>
            <a:p>
              <a:pPr algn="ctr">
                <a:lnSpc>
                  <a:spcPts val="2079"/>
                </a:lnSpc>
              </a:pPr>
              <a:endParaRPr/>
            </a:p>
          </p:txBody>
        </p:sp>
      </p:grpSp>
      <p:sp>
        <p:nvSpPr>
          <p:cNvPr id="18" name="Freeform 18"/>
          <p:cNvSpPr/>
          <p:nvPr/>
        </p:nvSpPr>
        <p:spPr>
          <a:xfrm>
            <a:off x="11525859" y="4024112"/>
            <a:ext cx="1968972" cy="1969111"/>
          </a:xfrm>
          <a:custGeom>
            <a:avLst/>
            <a:gdLst/>
            <a:ahLst/>
            <a:cxnLst/>
            <a:rect l="l" t="t" r="r" b="b"/>
            <a:pathLst>
              <a:path w="1968972" h="1969111">
                <a:moveTo>
                  <a:pt x="0" y="0"/>
                </a:moveTo>
                <a:lnTo>
                  <a:pt x="1968972" y="0"/>
                </a:lnTo>
                <a:lnTo>
                  <a:pt x="1968972" y="1969111"/>
                </a:lnTo>
                <a:lnTo>
                  <a:pt x="0" y="1969111"/>
                </a:lnTo>
                <a:lnTo>
                  <a:pt x="0" y="0"/>
                </a:lnTo>
                <a:close/>
              </a:path>
            </a:pathLst>
          </a:custGeom>
          <a:blipFill>
            <a:blip r:embed="rId3"/>
            <a:stretch>
              <a:fillRect l="-203" t="-4533" r="-18039" b="-13701"/>
            </a:stretch>
          </a:blipFill>
        </p:spPr>
        <p:txBody>
          <a:bodyPr/>
          <a:lstStyle/>
          <a:p>
            <a:endParaRPr lang="en-IN"/>
          </a:p>
        </p:txBody>
      </p:sp>
      <p:sp>
        <p:nvSpPr>
          <p:cNvPr id="19" name="TextBox 19"/>
          <p:cNvSpPr txBox="1"/>
          <p:nvPr/>
        </p:nvSpPr>
        <p:spPr>
          <a:xfrm>
            <a:off x="3765510" y="3050106"/>
            <a:ext cx="6888533" cy="4619341"/>
          </a:xfrm>
          <a:prstGeom prst="rect">
            <a:avLst/>
          </a:prstGeom>
        </p:spPr>
        <p:txBody>
          <a:bodyPr lIns="0" tIns="0" rIns="0" bIns="0" rtlCol="0" anchor="t">
            <a:spAutoFit/>
          </a:bodyPr>
          <a:lstStyle/>
          <a:p>
            <a:pPr algn="just">
              <a:lnSpc>
                <a:spcPts val="3261"/>
              </a:lnSpc>
              <a:spcBef>
                <a:spcPct val="0"/>
              </a:spcBef>
            </a:pPr>
            <a:r>
              <a:rPr lang="en-US" sz="2329" dirty="0">
                <a:solidFill>
                  <a:srgbClr val="000000"/>
                </a:solidFill>
                <a:latin typeface="Times New Roman" panose="02020603050405020304" pitchFamily="18" charset="0"/>
                <a:ea typeface="Arial"/>
                <a:cs typeface="Times New Roman" panose="02020603050405020304" pitchFamily="18" charset="0"/>
                <a:sym typeface="Arial"/>
              </a:rPr>
              <a:t>Aligned with: </a:t>
            </a:r>
            <a:r>
              <a:rPr lang="en-US" sz="2329" b="1" dirty="0">
                <a:solidFill>
                  <a:srgbClr val="000000"/>
                </a:solidFill>
                <a:latin typeface="Times New Roman" panose="02020603050405020304" pitchFamily="18" charset="0"/>
                <a:ea typeface="Arial Bold"/>
                <a:cs typeface="Times New Roman" panose="02020603050405020304" pitchFamily="18" charset="0"/>
                <a:sym typeface="Arial Bold"/>
              </a:rPr>
              <a:t>United Nations Sustainable Development Goal 14 – Life Below Water</a:t>
            </a:r>
          </a:p>
          <a:p>
            <a:pPr algn="just">
              <a:lnSpc>
                <a:spcPts val="3261"/>
              </a:lnSpc>
              <a:spcBef>
                <a:spcPct val="0"/>
              </a:spcBef>
            </a:pPr>
            <a:endParaRPr lang="en-US" sz="2329" b="1" dirty="0">
              <a:solidFill>
                <a:srgbClr val="000000"/>
              </a:solidFill>
              <a:latin typeface="Times New Roman" panose="02020603050405020304" pitchFamily="18" charset="0"/>
              <a:ea typeface="Arial Bold"/>
              <a:cs typeface="Times New Roman" panose="02020603050405020304" pitchFamily="18" charset="0"/>
              <a:sym typeface="Arial Bold"/>
            </a:endParaRPr>
          </a:p>
          <a:p>
            <a:pPr marL="502921" lvl="1" indent="-251460" algn="l">
              <a:lnSpc>
                <a:spcPts val="3261"/>
              </a:lnSpc>
              <a:buFont typeface="Arial"/>
              <a:buChar char="•"/>
            </a:pPr>
            <a:r>
              <a:rPr lang="en-US" sz="2329" dirty="0">
                <a:solidFill>
                  <a:srgbClr val="000000"/>
                </a:solidFill>
                <a:latin typeface="Times New Roman" panose="02020603050405020304" pitchFamily="18" charset="0"/>
                <a:ea typeface="Arial"/>
                <a:cs typeface="Times New Roman" panose="02020603050405020304" pitchFamily="18" charset="0"/>
                <a:sym typeface="Arial"/>
              </a:rPr>
              <a:t>Enhances marine safety operations</a:t>
            </a:r>
          </a:p>
          <a:p>
            <a:pPr algn="l">
              <a:lnSpc>
                <a:spcPts val="3261"/>
              </a:lnSpc>
            </a:pPr>
            <a:endParaRPr lang="en-US" sz="2329" dirty="0">
              <a:solidFill>
                <a:srgbClr val="000000"/>
              </a:solidFill>
              <a:latin typeface="Times New Roman" panose="02020603050405020304" pitchFamily="18" charset="0"/>
              <a:ea typeface="Arial"/>
              <a:cs typeface="Times New Roman" panose="02020603050405020304" pitchFamily="18" charset="0"/>
              <a:sym typeface="Arial"/>
            </a:endParaRPr>
          </a:p>
          <a:p>
            <a:pPr marL="502921" lvl="1" indent="-251460" algn="l">
              <a:lnSpc>
                <a:spcPts val="3261"/>
              </a:lnSpc>
              <a:buFont typeface="Arial"/>
              <a:buChar char="•"/>
            </a:pPr>
            <a:r>
              <a:rPr lang="en-US" sz="2329" dirty="0">
                <a:solidFill>
                  <a:srgbClr val="000000"/>
                </a:solidFill>
                <a:latin typeface="Times New Roman" panose="02020603050405020304" pitchFamily="18" charset="0"/>
                <a:ea typeface="Arial"/>
                <a:cs typeface="Times New Roman" panose="02020603050405020304" pitchFamily="18" charset="0"/>
                <a:sym typeface="Arial"/>
              </a:rPr>
              <a:t>Supports underwater rescue and disaster response</a:t>
            </a:r>
          </a:p>
          <a:p>
            <a:pPr algn="l">
              <a:lnSpc>
                <a:spcPts val="3261"/>
              </a:lnSpc>
            </a:pPr>
            <a:endParaRPr lang="en-US" sz="2329" dirty="0">
              <a:solidFill>
                <a:srgbClr val="000000"/>
              </a:solidFill>
              <a:latin typeface="Times New Roman" panose="02020603050405020304" pitchFamily="18" charset="0"/>
              <a:ea typeface="Arial"/>
              <a:cs typeface="Times New Roman" panose="02020603050405020304" pitchFamily="18" charset="0"/>
              <a:sym typeface="Arial"/>
            </a:endParaRPr>
          </a:p>
          <a:p>
            <a:pPr marL="502921" lvl="1" indent="-251460" algn="l">
              <a:lnSpc>
                <a:spcPts val="3261"/>
              </a:lnSpc>
              <a:buFont typeface="Arial"/>
              <a:buChar char="•"/>
            </a:pPr>
            <a:r>
              <a:rPr lang="en-US" sz="2329" dirty="0">
                <a:solidFill>
                  <a:srgbClr val="000000"/>
                </a:solidFill>
                <a:latin typeface="Times New Roman" panose="02020603050405020304" pitchFamily="18" charset="0"/>
                <a:ea typeface="Arial"/>
                <a:cs typeface="Times New Roman" panose="02020603050405020304" pitchFamily="18" charset="0"/>
                <a:sym typeface="Arial"/>
              </a:rPr>
              <a:t>Improves situational awareness in ocean environments</a:t>
            </a:r>
          </a:p>
          <a:p>
            <a:pPr algn="l">
              <a:lnSpc>
                <a:spcPts val="3261"/>
              </a:lnSpc>
            </a:pPr>
            <a:endParaRPr lang="en-US" sz="2329" dirty="0">
              <a:solidFill>
                <a:srgbClr val="000000"/>
              </a:solidFill>
              <a:latin typeface="Times New Roman" panose="02020603050405020304" pitchFamily="18" charset="0"/>
              <a:ea typeface="Arial"/>
              <a:cs typeface="Times New Roman" panose="02020603050405020304" pitchFamily="18" charset="0"/>
              <a:sym typeface="Arial"/>
            </a:endParaRPr>
          </a:p>
          <a:p>
            <a:pPr marL="502921" lvl="1" indent="-251460" algn="l">
              <a:lnSpc>
                <a:spcPts val="3261"/>
              </a:lnSpc>
              <a:buFont typeface="Arial"/>
              <a:buChar char="•"/>
            </a:pPr>
            <a:r>
              <a:rPr lang="en-US" sz="2329" dirty="0">
                <a:solidFill>
                  <a:srgbClr val="000000"/>
                </a:solidFill>
                <a:latin typeface="Times New Roman" panose="02020603050405020304" pitchFamily="18" charset="0"/>
                <a:ea typeface="Arial"/>
                <a:cs typeface="Times New Roman" panose="02020603050405020304" pitchFamily="18" charset="0"/>
                <a:sym typeface="Arial"/>
              </a:rPr>
              <a:t>Contributes to intelligent marine spatial technologies</a:t>
            </a:r>
          </a:p>
        </p:txBody>
      </p:sp>
      <p:grpSp>
        <p:nvGrpSpPr>
          <p:cNvPr id="20" name="Group 5">
            <a:extLst>
              <a:ext uri="{FF2B5EF4-FFF2-40B4-BE49-F238E27FC236}">
                <a16:creationId xmlns:a16="http://schemas.microsoft.com/office/drawing/2014/main" id="{FF3EE3E9-A50F-A6DF-8756-F684D1B7B5C7}"/>
              </a:ext>
            </a:extLst>
          </p:cNvPr>
          <p:cNvGrpSpPr/>
          <p:nvPr/>
        </p:nvGrpSpPr>
        <p:grpSpPr>
          <a:xfrm>
            <a:off x="685800" y="702945"/>
            <a:ext cx="2958504" cy="902805"/>
            <a:chOff x="0" y="0"/>
            <a:chExt cx="2805100" cy="855993"/>
          </a:xfrm>
        </p:grpSpPr>
        <p:sp>
          <p:nvSpPr>
            <p:cNvPr id="21" name="Freeform 6">
              <a:extLst>
                <a:ext uri="{FF2B5EF4-FFF2-40B4-BE49-F238E27FC236}">
                  <a16:creationId xmlns:a16="http://schemas.microsoft.com/office/drawing/2014/main" id="{107C959E-20F0-FD71-E9C2-75117D89B474}"/>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4"/>
              <a:stretch>
                <a:fillRect r="-1" b="-10568"/>
              </a:stretch>
            </a:blipFill>
          </p:spPr>
          <p:txBody>
            <a:bodyPr/>
            <a:lstStyle/>
            <a:p>
              <a:endParaRPr lang="en-IN"/>
            </a:p>
          </p:txBody>
        </p:sp>
      </p:grpSp>
      <p:grpSp>
        <p:nvGrpSpPr>
          <p:cNvPr id="28" name="Group 13">
            <a:extLst>
              <a:ext uri="{FF2B5EF4-FFF2-40B4-BE49-F238E27FC236}">
                <a16:creationId xmlns:a16="http://schemas.microsoft.com/office/drawing/2014/main" id="{54BE3D33-4733-D0D6-6BA9-9FBB0367259B}"/>
              </a:ext>
            </a:extLst>
          </p:cNvPr>
          <p:cNvGrpSpPr/>
          <p:nvPr/>
        </p:nvGrpSpPr>
        <p:grpSpPr>
          <a:xfrm>
            <a:off x="15187594" y="697490"/>
            <a:ext cx="2404774" cy="1132521"/>
            <a:chOff x="0" y="0"/>
            <a:chExt cx="2280082" cy="1073798"/>
          </a:xfrm>
        </p:grpSpPr>
        <p:sp>
          <p:nvSpPr>
            <p:cNvPr id="29" name="Freeform 14" descr="icot 2023 Trifold Brochure_14.02.2023">
              <a:extLst>
                <a:ext uri="{FF2B5EF4-FFF2-40B4-BE49-F238E27FC236}">
                  <a16:creationId xmlns:a16="http://schemas.microsoft.com/office/drawing/2014/main" id="{119B275B-10C0-838D-EEE5-AE8F4E230762}"/>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5"/>
              <a:stretch>
                <a:fillRect r="-2" b="-1"/>
              </a:stretch>
            </a:blipFill>
          </p:spPr>
          <p:txBody>
            <a:bodyPr/>
            <a:lstStyle/>
            <a:p>
              <a:endParaRPr lang="en-IN"/>
            </a:p>
          </p:txBody>
        </p:sp>
      </p:grpSp>
      <p:grpSp>
        <p:nvGrpSpPr>
          <p:cNvPr id="30" name="Group 7">
            <a:extLst>
              <a:ext uri="{FF2B5EF4-FFF2-40B4-BE49-F238E27FC236}">
                <a16:creationId xmlns:a16="http://schemas.microsoft.com/office/drawing/2014/main" id="{86A087C6-9515-108D-D294-7BEE18392239}"/>
              </a:ext>
            </a:extLst>
          </p:cNvPr>
          <p:cNvGrpSpPr/>
          <p:nvPr/>
        </p:nvGrpSpPr>
        <p:grpSpPr>
          <a:xfrm>
            <a:off x="914399" y="9441570"/>
            <a:ext cx="5257801" cy="640640"/>
            <a:chOff x="-1950720" y="-88132"/>
            <a:chExt cx="4985173" cy="607421"/>
          </a:xfrm>
        </p:grpSpPr>
        <p:sp>
          <p:nvSpPr>
            <p:cNvPr id="31" name="Freeform 8">
              <a:extLst>
                <a:ext uri="{FF2B5EF4-FFF2-40B4-BE49-F238E27FC236}">
                  <a16:creationId xmlns:a16="http://schemas.microsoft.com/office/drawing/2014/main" id="{769AF677-04B5-57A4-FCAF-CD25190E2D4F}"/>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32" name="TextBox 9">
              <a:extLst>
                <a:ext uri="{FF2B5EF4-FFF2-40B4-BE49-F238E27FC236}">
                  <a16:creationId xmlns:a16="http://schemas.microsoft.com/office/drawing/2014/main" id="{5464E18A-0F92-860B-21B9-DCF57D4F89F9}"/>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a:solidFill>
                    <a:srgbClr val="000000"/>
                  </a:solidFill>
                  <a:latin typeface="Calibri (MS)"/>
                  <a:ea typeface="Calibri (MS)"/>
                  <a:cs typeface="Calibri (MS)"/>
                  <a:sym typeface="Calibri (MS)"/>
                </a:rPr>
                <a:t>    Conclusion</a:t>
              </a:r>
            </a:p>
          </p:txBody>
        </p:sp>
      </p:grpSp>
      <p:grpSp>
        <p:nvGrpSpPr>
          <p:cNvPr id="15" name="Group 15"/>
          <p:cNvGrpSpPr/>
          <p:nvPr/>
        </p:nvGrpSpPr>
        <p:grpSpPr>
          <a:xfrm>
            <a:off x="2628900" y="2273442"/>
            <a:ext cx="5960020" cy="7071654"/>
            <a:chOff x="0" y="0"/>
            <a:chExt cx="1569717" cy="1862493"/>
          </a:xfrm>
        </p:grpSpPr>
        <p:sp>
          <p:nvSpPr>
            <p:cNvPr id="16" name="Freeform 16"/>
            <p:cNvSpPr/>
            <p:nvPr/>
          </p:nvSpPr>
          <p:spPr>
            <a:xfrm>
              <a:off x="0" y="0"/>
              <a:ext cx="1569717" cy="1862493"/>
            </a:xfrm>
            <a:custGeom>
              <a:avLst/>
              <a:gdLst/>
              <a:ahLst/>
              <a:cxnLst/>
              <a:rect l="l" t="t" r="r" b="b"/>
              <a:pathLst>
                <a:path w="1569717" h="1862493">
                  <a:moveTo>
                    <a:pt x="0" y="0"/>
                  </a:moveTo>
                  <a:lnTo>
                    <a:pt x="1569717" y="0"/>
                  </a:lnTo>
                  <a:lnTo>
                    <a:pt x="1569717" y="1862493"/>
                  </a:lnTo>
                  <a:lnTo>
                    <a:pt x="0" y="1862493"/>
                  </a:lnTo>
                  <a:close/>
                </a:path>
              </a:pathLst>
            </a:custGeom>
            <a:solidFill>
              <a:srgbClr val="5CE1E6"/>
            </a:solidFill>
          </p:spPr>
          <p:txBody>
            <a:bodyPr/>
            <a:lstStyle/>
            <a:p>
              <a:endParaRPr lang="en-IN"/>
            </a:p>
          </p:txBody>
        </p:sp>
        <p:sp>
          <p:nvSpPr>
            <p:cNvPr id="17" name="TextBox 17"/>
            <p:cNvSpPr txBox="1"/>
            <p:nvPr/>
          </p:nvSpPr>
          <p:spPr>
            <a:xfrm>
              <a:off x="0" y="-38100"/>
              <a:ext cx="1569717" cy="1900593"/>
            </a:xfrm>
            <a:prstGeom prst="rect">
              <a:avLst/>
            </a:prstGeom>
          </p:spPr>
          <p:txBody>
            <a:bodyPr lIns="50800" tIns="50800" rIns="50800" bIns="50800" rtlCol="0" anchor="ctr"/>
            <a:lstStyle/>
            <a:p>
              <a:pPr algn="ctr">
                <a:lnSpc>
                  <a:spcPts val="2079"/>
                </a:lnSpc>
              </a:pPr>
              <a:endParaRPr/>
            </a:p>
          </p:txBody>
        </p:sp>
      </p:grpSp>
      <p:sp>
        <p:nvSpPr>
          <p:cNvPr id="18" name="TextBox 18"/>
          <p:cNvSpPr txBox="1"/>
          <p:nvPr/>
        </p:nvSpPr>
        <p:spPr>
          <a:xfrm>
            <a:off x="2731245" y="2458940"/>
            <a:ext cx="5857675" cy="6931641"/>
          </a:xfrm>
          <a:prstGeom prst="rect">
            <a:avLst/>
          </a:prstGeom>
        </p:spPr>
        <p:txBody>
          <a:bodyPr lIns="0" tIns="0" rIns="0" bIns="0" rtlCol="0" anchor="t">
            <a:spAutoFit/>
          </a:bodyPr>
          <a:lstStyle/>
          <a:p>
            <a:pPr algn="l">
              <a:lnSpc>
                <a:spcPts val="2868"/>
              </a:lnSpc>
            </a:pPr>
            <a:r>
              <a:rPr lang="en-US" sz="2390" b="1" dirty="0">
                <a:solidFill>
                  <a:srgbClr val="000000"/>
                </a:solidFill>
                <a:latin typeface="Times New Roman Bold"/>
                <a:ea typeface="Times New Roman Bold"/>
                <a:cs typeface="Times New Roman Bold"/>
                <a:sym typeface="Times New Roman Bold"/>
              </a:rPr>
              <a:t>Summary of Proposed Work</a:t>
            </a:r>
          </a:p>
          <a:p>
            <a:pPr algn="l">
              <a:lnSpc>
                <a:spcPts val="2699"/>
              </a:lnSpc>
            </a:pPr>
            <a:endParaRPr lang="en-US" sz="2390" b="1" dirty="0">
              <a:solidFill>
                <a:srgbClr val="000000"/>
              </a:solidFill>
              <a:latin typeface="Times New Roman Bold"/>
              <a:ea typeface="Times New Roman Bold"/>
              <a:cs typeface="Times New Roman Bold"/>
              <a:sym typeface="Times New Roman Bold"/>
            </a:endParaRPr>
          </a:p>
          <a:p>
            <a:pPr marL="485774" lvl="1" indent="-242887" algn="l">
              <a:lnSpc>
                <a:spcPts val="2699"/>
              </a:lnSpc>
              <a:buFont typeface="Arial"/>
              <a:buChar char="•"/>
            </a:pPr>
            <a:r>
              <a:rPr lang="en-US" sz="2249" dirty="0">
                <a:solidFill>
                  <a:srgbClr val="000000"/>
                </a:solidFill>
                <a:latin typeface="Times New Roman"/>
                <a:ea typeface="Times New Roman"/>
                <a:cs typeface="Times New Roman"/>
                <a:sym typeface="Times New Roman"/>
              </a:rPr>
              <a:t>Developed an integrated AI-based framework for deep-sea rescue support.</a:t>
            </a:r>
          </a:p>
          <a:p>
            <a:pPr algn="l">
              <a:lnSpc>
                <a:spcPts val="2699"/>
              </a:lnSpc>
            </a:pPr>
            <a:endParaRPr lang="en-US" sz="2249" dirty="0">
              <a:solidFill>
                <a:srgbClr val="000000"/>
              </a:solidFill>
              <a:latin typeface="Times New Roman"/>
              <a:ea typeface="Times New Roman"/>
              <a:cs typeface="Times New Roman"/>
              <a:sym typeface="Times New Roman"/>
            </a:endParaRPr>
          </a:p>
          <a:p>
            <a:pPr marL="485774" lvl="1" indent="-242887" algn="l">
              <a:lnSpc>
                <a:spcPts val="2699"/>
              </a:lnSpc>
              <a:buFont typeface="Arial"/>
              <a:buChar char="•"/>
            </a:pPr>
            <a:r>
              <a:rPr lang="en-US" sz="2249" dirty="0">
                <a:solidFill>
                  <a:srgbClr val="000000"/>
                </a:solidFill>
                <a:latin typeface="Times New Roman"/>
                <a:ea typeface="Times New Roman"/>
                <a:cs typeface="Times New Roman"/>
                <a:sym typeface="Times New Roman"/>
              </a:rPr>
              <a:t>Implemented YOLOv8-nano for accurate detection of human and underwater objects in multibeam sonar imagery.</a:t>
            </a:r>
          </a:p>
          <a:p>
            <a:pPr algn="l">
              <a:lnSpc>
                <a:spcPts val="2699"/>
              </a:lnSpc>
            </a:pPr>
            <a:endParaRPr lang="en-US" sz="2249" dirty="0">
              <a:solidFill>
                <a:srgbClr val="000000"/>
              </a:solidFill>
              <a:latin typeface="Times New Roman"/>
              <a:ea typeface="Times New Roman"/>
              <a:cs typeface="Times New Roman"/>
              <a:sym typeface="Times New Roman"/>
            </a:endParaRPr>
          </a:p>
          <a:p>
            <a:pPr marL="485774" lvl="1" indent="-242887" algn="l">
              <a:lnSpc>
                <a:spcPts val="2699"/>
              </a:lnSpc>
              <a:buFont typeface="Arial"/>
              <a:buChar char="•"/>
            </a:pPr>
            <a:r>
              <a:rPr lang="en-US" sz="2249" dirty="0">
                <a:solidFill>
                  <a:srgbClr val="000000"/>
                </a:solidFill>
                <a:latin typeface="Times New Roman"/>
                <a:ea typeface="Times New Roman"/>
                <a:cs typeface="Times New Roman"/>
                <a:sym typeface="Times New Roman"/>
              </a:rPr>
              <a:t>Introduced geometry-aware range and bearing estimation for spatial localization.</a:t>
            </a:r>
          </a:p>
          <a:p>
            <a:pPr algn="l">
              <a:lnSpc>
                <a:spcPts val="2699"/>
              </a:lnSpc>
            </a:pPr>
            <a:endParaRPr lang="en-US" sz="2249" dirty="0">
              <a:solidFill>
                <a:srgbClr val="000000"/>
              </a:solidFill>
              <a:latin typeface="Times New Roman"/>
              <a:ea typeface="Times New Roman"/>
              <a:cs typeface="Times New Roman"/>
              <a:sym typeface="Times New Roman"/>
            </a:endParaRPr>
          </a:p>
          <a:p>
            <a:pPr marL="485774" lvl="1" indent="-242887" algn="l">
              <a:lnSpc>
                <a:spcPts val="2699"/>
              </a:lnSpc>
              <a:buFont typeface="Arial"/>
              <a:buChar char="•"/>
            </a:pPr>
            <a:r>
              <a:rPr lang="en-US" sz="2249" dirty="0">
                <a:solidFill>
                  <a:srgbClr val="000000"/>
                </a:solidFill>
                <a:latin typeface="Times New Roman"/>
                <a:ea typeface="Times New Roman"/>
                <a:cs typeface="Times New Roman"/>
                <a:sym typeface="Times New Roman"/>
              </a:rPr>
              <a:t>Designed a confidence–proximity prioritization mechanism to rank rescue-critical targets.</a:t>
            </a:r>
          </a:p>
          <a:p>
            <a:pPr algn="l">
              <a:lnSpc>
                <a:spcPts val="2699"/>
              </a:lnSpc>
            </a:pPr>
            <a:endParaRPr lang="en-US" sz="2249" dirty="0">
              <a:solidFill>
                <a:srgbClr val="000000"/>
              </a:solidFill>
              <a:latin typeface="Times New Roman"/>
              <a:ea typeface="Times New Roman"/>
              <a:cs typeface="Times New Roman"/>
              <a:sym typeface="Times New Roman"/>
            </a:endParaRPr>
          </a:p>
          <a:p>
            <a:pPr marL="485774" lvl="1" indent="-242887" algn="l">
              <a:lnSpc>
                <a:spcPts val="2699"/>
              </a:lnSpc>
              <a:buFont typeface="Arial"/>
              <a:buChar char="•"/>
            </a:pPr>
            <a:r>
              <a:rPr lang="en-US" sz="2249" dirty="0">
                <a:solidFill>
                  <a:srgbClr val="000000"/>
                </a:solidFill>
                <a:latin typeface="Times New Roman"/>
                <a:ea typeface="Times New Roman"/>
                <a:cs typeface="Times New Roman"/>
                <a:sym typeface="Times New Roman"/>
              </a:rPr>
              <a:t>Achieved strong detection performance (mAP@0.5 ≈ 82.6%) using a lightweight architecture suitable for near real-time applications.</a:t>
            </a:r>
          </a:p>
        </p:txBody>
      </p:sp>
      <p:grpSp>
        <p:nvGrpSpPr>
          <p:cNvPr id="19" name="Group 19"/>
          <p:cNvGrpSpPr/>
          <p:nvPr/>
        </p:nvGrpSpPr>
        <p:grpSpPr>
          <a:xfrm>
            <a:off x="9135795" y="2294665"/>
            <a:ext cx="5960020" cy="6252236"/>
            <a:chOff x="0" y="0"/>
            <a:chExt cx="1569717" cy="1646679"/>
          </a:xfrm>
        </p:grpSpPr>
        <p:sp>
          <p:nvSpPr>
            <p:cNvPr id="20" name="Freeform 20"/>
            <p:cNvSpPr/>
            <p:nvPr/>
          </p:nvSpPr>
          <p:spPr>
            <a:xfrm>
              <a:off x="0" y="0"/>
              <a:ext cx="1569717" cy="1646679"/>
            </a:xfrm>
            <a:custGeom>
              <a:avLst/>
              <a:gdLst/>
              <a:ahLst/>
              <a:cxnLst/>
              <a:rect l="l" t="t" r="r" b="b"/>
              <a:pathLst>
                <a:path w="1569717" h="1646679">
                  <a:moveTo>
                    <a:pt x="0" y="0"/>
                  </a:moveTo>
                  <a:lnTo>
                    <a:pt x="1569717" y="0"/>
                  </a:lnTo>
                  <a:lnTo>
                    <a:pt x="1569717" y="1646679"/>
                  </a:lnTo>
                  <a:lnTo>
                    <a:pt x="0" y="1646679"/>
                  </a:lnTo>
                  <a:close/>
                </a:path>
              </a:pathLst>
            </a:custGeom>
            <a:solidFill>
              <a:srgbClr val="5CE1E6"/>
            </a:solidFill>
          </p:spPr>
          <p:txBody>
            <a:bodyPr/>
            <a:lstStyle/>
            <a:p>
              <a:endParaRPr lang="en-IN"/>
            </a:p>
          </p:txBody>
        </p:sp>
        <p:sp>
          <p:nvSpPr>
            <p:cNvPr id="21" name="TextBox 21"/>
            <p:cNvSpPr txBox="1"/>
            <p:nvPr/>
          </p:nvSpPr>
          <p:spPr>
            <a:xfrm>
              <a:off x="0" y="-38100"/>
              <a:ext cx="1569717" cy="1684779"/>
            </a:xfrm>
            <a:prstGeom prst="rect">
              <a:avLst/>
            </a:prstGeom>
          </p:spPr>
          <p:txBody>
            <a:bodyPr lIns="50800" tIns="50800" rIns="50800" bIns="50800" rtlCol="0" anchor="ctr"/>
            <a:lstStyle/>
            <a:p>
              <a:pPr algn="ctr">
                <a:lnSpc>
                  <a:spcPts val="2079"/>
                </a:lnSpc>
              </a:pPr>
              <a:endParaRPr/>
            </a:p>
          </p:txBody>
        </p:sp>
      </p:grpSp>
      <p:sp>
        <p:nvSpPr>
          <p:cNvPr id="22" name="TextBox 22"/>
          <p:cNvSpPr txBox="1"/>
          <p:nvPr/>
        </p:nvSpPr>
        <p:spPr>
          <a:xfrm>
            <a:off x="9238139" y="2480163"/>
            <a:ext cx="5857675" cy="5742384"/>
          </a:xfrm>
          <a:prstGeom prst="rect">
            <a:avLst/>
          </a:prstGeom>
        </p:spPr>
        <p:txBody>
          <a:bodyPr lIns="0" tIns="0" rIns="0" bIns="0" rtlCol="0" anchor="t">
            <a:spAutoFit/>
          </a:bodyPr>
          <a:lstStyle/>
          <a:p>
            <a:pPr algn="l">
              <a:lnSpc>
                <a:spcPts val="2868"/>
              </a:lnSpc>
            </a:pPr>
            <a:r>
              <a:rPr lang="en-US" sz="2390" b="1">
                <a:solidFill>
                  <a:srgbClr val="000000"/>
                </a:solidFill>
                <a:latin typeface="Times New Roman Bold"/>
                <a:ea typeface="Times New Roman Bold"/>
                <a:cs typeface="Times New Roman Bold"/>
                <a:sym typeface="Times New Roman Bold"/>
              </a:rPr>
              <a:t>Future Scope</a:t>
            </a:r>
          </a:p>
          <a:p>
            <a:pPr algn="l">
              <a:lnSpc>
                <a:spcPts val="2868"/>
              </a:lnSpc>
            </a:pPr>
            <a:endParaRPr lang="en-US" sz="2390" b="1">
              <a:solidFill>
                <a:srgbClr val="000000"/>
              </a:solidFill>
              <a:latin typeface="Times New Roman Bold"/>
              <a:ea typeface="Times New Roman Bold"/>
              <a:cs typeface="Times New Roman Bold"/>
              <a:sym typeface="Times New Roman Bold"/>
            </a:endParaRPr>
          </a:p>
          <a:p>
            <a:pPr marL="516134" lvl="1" indent="-258067" algn="l">
              <a:lnSpc>
                <a:spcPts val="2868"/>
              </a:lnSpc>
              <a:buFont typeface="Arial"/>
              <a:buChar char="•"/>
            </a:pPr>
            <a:r>
              <a:rPr lang="en-US" sz="2390">
                <a:solidFill>
                  <a:srgbClr val="000000"/>
                </a:solidFill>
                <a:latin typeface="Times New Roman"/>
                <a:ea typeface="Times New Roman"/>
                <a:cs typeface="Times New Roman"/>
                <a:sym typeface="Times New Roman"/>
              </a:rPr>
              <a:t>Improve detection performance with extended training and model tuning.</a:t>
            </a:r>
          </a:p>
          <a:p>
            <a:pPr algn="l">
              <a:lnSpc>
                <a:spcPts val="2868"/>
              </a:lnSpc>
            </a:pPr>
            <a:endParaRPr lang="en-US" sz="2390">
              <a:solidFill>
                <a:srgbClr val="000000"/>
              </a:solidFill>
              <a:latin typeface="Times New Roman"/>
              <a:ea typeface="Times New Roman"/>
              <a:cs typeface="Times New Roman"/>
              <a:sym typeface="Times New Roman"/>
            </a:endParaRPr>
          </a:p>
          <a:p>
            <a:pPr marL="516134" lvl="1" indent="-258067" algn="l">
              <a:lnSpc>
                <a:spcPts val="2868"/>
              </a:lnSpc>
              <a:buFont typeface="Arial"/>
              <a:buChar char="•"/>
            </a:pPr>
            <a:r>
              <a:rPr lang="en-US" sz="2390">
                <a:solidFill>
                  <a:srgbClr val="000000"/>
                </a:solidFill>
                <a:latin typeface="Times New Roman"/>
                <a:ea typeface="Times New Roman"/>
                <a:cs typeface="Times New Roman"/>
                <a:sym typeface="Times New Roman"/>
              </a:rPr>
              <a:t>Integrate multi-frame object tracking for dynamic rescue scenarios.</a:t>
            </a:r>
          </a:p>
          <a:p>
            <a:pPr algn="l">
              <a:lnSpc>
                <a:spcPts val="2868"/>
              </a:lnSpc>
            </a:pPr>
            <a:endParaRPr lang="en-US" sz="2390">
              <a:solidFill>
                <a:srgbClr val="000000"/>
              </a:solidFill>
              <a:latin typeface="Times New Roman"/>
              <a:ea typeface="Times New Roman"/>
              <a:cs typeface="Times New Roman"/>
              <a:sym typeface="Times New Roman"/>
            </a:endParaRPr>
          </a:p>
          <a:p>
            <a:pPr marL="516134" lvl="1" indent="-258067" algn="l">
              <a:lnSpc>
                <a:spcPts val="2868"/>
              </a:lnSpc>
              <a:buFont typeface="Arial"/>
              <a:buChar char="•"/>
            </a:pPr>
            <a:r>
              <a:rPr lang="en-US" sz="2390">
                <a:solidFill>
                  <a:srgbClr val="000000"/>
                </a:solidFill>
                <a:latin typeface="Times New Roman"/>
                <a:ea typeface="Times New Roman"/>
                <a:cs typeface="Times New Roman"/>
                <a:sym typeface="Times New Roman"/>
              </a:rPr>
              <a:t>Deploy on embedded GPU platforms (Jetson / onboard ROV systems).</a:t>
            </a:r>
          </a:p>
          <a:p>
            <a:pPr algn="l">
              <a:lnSpc>
                <a:spcPts val="2868"/>
              </a:lnSpc>
            </a:pPr>
            <a:endParaRPr lang="en-US" sz="2390">
              <a:solidFill>
                <a:srgbClr val="000000"/>
              </a:solidFill>
              <a:latin typeface="Times New Roman"/>
              <a:ea typeface="Times New Roman"/>
              <a:cs typeface="Times New Roman"/>
              <a:sym typeface="Times New Roman"/>
            </a:endParaRPr>
          </a:p>
          <a:p>
            <a:pPr marL="516134" lvl="1" indent="-258067" algn="l">
              <a:lnSpc>
                <a:spcPts val="2868"/>
              </a:lnSpc>
              <a:buFont typeface="Arial"/>
              <a:buChar char="•"/>
            </a:pPr>
            <a:r>
              <a:rPr lang="en-US" sz="2390">
                <a:solidFill>
                  <a:srgbClr val="000000"/>
                </a:solidFill>
                <a:latin typeface="Times New Roman"/>
                <a:ea typeface="Times New Roman"/>
                <a:cs typeface="Times New Roman"/>
                <a:sym typeface="Times New Roman"/>
              </a:rPr>
              <a:t>Combine with SLAM for real-time underwater mapping.</a:t>
            </a:r>
          </a:p>
          <a:p>
            <a:pPr algn="l">
              <a:lnSpc>
                <a:spcPts val="2868"/>
              </a:lnSpc>
            </a:pPr>
            <a:endParaRPr lang="en-US" sz="2390">
              <a:solidFill>
                <a:srgbClr val="000000"/>
              </a:solidFill>
              <a:latin typeface="Times New Roman"/>
              <a:ea typeface="Times New Roman"/>
              <a:cs typeface="Times New Roman"/>
              <a:sym typeface="Times New Roman"/>
            </a:endParaRPr>
          </a:p>
          <a:p>
            <a:pPr marL="485774" lvl="1" indent="-242887" algn="l">
              <a:lnSpc>
                <a:spcPts val="2699"/>
              </a:lnSpc>
              <a:buFont typeface="Arial"/>
              <a:buChar char="•"/>
            </a:pPr>
            <a:r>
              <a:rPr lang="en-US" sz="2249">
                <a:solidFill>
                  <a:srgbClr val="000000"/>
                </a:solidFill>
                <a:latin typeface="Times New Roman"/>
                <a:ea typeface="Times New Roman"/>
                <a:cs typeface="Times New Roman"/>
                <a:sym typeface="Times New Roman"/>
              </a:rPr>
              <a:t>Expand toward full-scale intelligent rescue decision-support systems.</a:t>
            </a:r>
          </a:p>
        </p:txBody>
      </p:sp>
      <p:grpSp>
        <p:nvGrpSpPr>
          <p:cNvPr id="23" name="Group 5">
            <a:extLst>
              <a:ext uri="{FF2B5EF4-FFF2-40B4-BE49-F238E27FC236}">
                <a16:creationId xmlns:a16="http://schemas.microsoft.com/office/drawing/2014/main" id="{88E44BEC-E455-92B8-AF5F-B36DA798726E}"/>
              </a:ext>
            </a:extLst>
          </p:cNvPr>
          <p:cNvGrpSpPr/>
          <p:nvPr/>
        </p:nvGrpSpPr>
        <p:grpSpPr>
          <a:xfrm>
            <a:off x="685800" y="702945"/>
            <a:ext cx="2958504" cy="902805"/>
            <a:chOff x="0" y="0"/>
            <a:chExt cx="2805100" cy="855993"/>
          </a:xfrm>
        </p:grpSpPr>
        <p:sp>
          <p:nvSpPr>
            <p:cNvPr id="24" name="Freeform 6">
              <a:extLst>
                <a:ext uri="{FF2B5EF4-FFF2-40B4-BE49-F238E27FC236}">
                  <a16:creationId xmlns:a16="http://schemas.microsoft.com/office/drawing/2014/main" id="{4EBBC8F5-276D-2245-4B17-1B1CBB73627D}"/>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grpSp>
        <p:nvGrpSpPr>
          <p:cNvPr id="31" name="Group 13">
            <a:extLst>
              <a:ext uri="{FF2B5EF4-FFF2-40B4-BE49-F238E27FC236}">
                <a16:creationId xmlns:a16="http://schemas.microsoft.com/office/drawing/2014/main" id="{F06C6109-F610-AB80-5575-72E1B78F6749}"/>
              </a:ext>
            </a:extLst>
          </p:cNvPr>
          <p:cNvGrpSpPr/>
          <p:nvPr/>
        </p:nvGrpSpPr>
        <p:grpSpPr>
          <a:xfrm>
            <a:off x="15187594" y="697490"/>
            <a:ext cx="2404774" cy="1132521"/>
            <a:chOff x="0" y="0"/>
            <a:chExt cx="2280082" cy="1073798"/>
          </a:xfrm>
        </p:grpSpPr>
        <p:sp>
          <p:nvSpPr>
            <p:cNvPr id="32" name="Freeform 14" descr="icot 2023 Trifold Brochure_14.02.2023">
              <a:extLst>
                <a:ext uri="{FF2B5EF4-FFF2-40B4-BE49-F238E27FC236}">
                  <a16:creationId xmlns:a16="http://schemas.microsoft.com/office/drawing/2014/main" id="{95218FFA-9527-FD9B-85AB-886B5F867016}"/>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33" name="Group 7">
            <a:extLst>
              <a:ext uri="{FF2B5EF4-FFF2-40B4-BE49-F238E27FC236}">
                <a16:creationId xmlns:a16="http://schemas.microsoft.com/office/drawing/2014/main" id="{E4BB2114-5009-0B06-AA09-1516BF40AE4C}"/>
              </a:ext>
            </a:extLst>
          </p:cNvPr>
          <p:cNvGrpSpPr/>
          <p:nvPr/>
        </p:nvGrpSpPr>
        <p:grpSpPr>
          <a:xfrm>
            <a:off x="914399" y="9441570"/>
            <a:ext cx="5257801" cy="640640"/>
            <a:chOff x="-1950720" y="-88132"/>
            <a:chExt cx="4985173" cy="607421"/>
          </a:xfrm>
        </p:grpSpPr>
        <p:sp>
          <p:nvSpPr>
            <p:cNvPr id="34" name="Freeform 8">
              <a:extLst>
                <a:ext uri="{FF2B5EF4-FFF2-40B4-BE49-F238E27FC236}">
                  <a16:creationId xmlns:a16="http://schemas.microsoft.com/office/drawing/2014/main" id="{02381FA7-C6CF-0679-073F-A0039B76C3F9}"/>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35" name="TextBox 9">
              <a:extLst>
                <a:ext uri="{FF2B5EF4-FFF2-40B4-BE49-F238E27FC236}">
                  <a16:creationId xmlns:a16="http://schemas.microsoft.com/office/drawing/2014/main" id="{E8848BE6-F5F6-3847-0BC2-D842C5551204}"/>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71800" y="411962"/>
            <a:ext cx="12344400" cy="1714500"/>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a:blipFill>
              <a:blip r:embed="rId2">
                <a:alphaModFix amt="0"/>
              </a:blip>
              <a:stretch>
                <a:fillRect t="-90292" b="-90292"/>
              </a:stretch>
            </a:blipFill>
          </p:spPr>
          <p:txBody>
            <a:bodyPr/>
            <a:lstStyle/>
            <a:p>
              <a:endParaRPr lang="en-IN"/>
            </a:p>
          </p:txBody>
        </p:sp>
        <p:sp>
          <p:nvSpPr>
            <p:cNvPr id="4" name="TextBox 4"/>
            <p:cNvSpPr txBox="1"/>
            <p:nvPr/>
          </p:nvSpPr>
          <p:spPr>
            <a:xfrm>
              <a:off x="0" y="-123825"/>
              <a:ext cx="11704320" cy="1749425"/>
            </a:xfrm>
            <a:prstGeom prst="rect">
              <a:avLst/>
            </a:prstGeom>
          </p:spPr>
          <p:txBody>
            <a:bodyPr lIns="0" tIns="0" rIns="0" bIns="0" rtlCol="0" anchor="ctr"/>
            <a:lstStyle/>
            <a:p>
              <a:pPr algn="ctr">
                <a:lnSpc>
                  <a:spcPts val="7200"/>
                </a:lnSpc>
              </a:pPr>
              <a:r>
                <a:rPr lang="en-US" sz="6000">
                  <a:solidFill>
                    <a:srgbClr val="000000"/>
                  </a:solidFill>
                  <a:latin typeface="Calibri (MS)"/>
                  <a:ea typeface="Calibri (MS)"/>
                  <a:cs typeface="Calibri (MS)"/>
                  <a:sym typeface="Calibri (MS)"/>
                </a:rPr>
                <a:t>    References</a:t>
              </a:r>
            </a:p>
          </p:txBody>
        </p:sp>
      </p:grpSp>
      <p:sp>
        <p:nvSpPr>
          <p:cNvPr id="15" name="Text Placeholder 2">
            <a:extLst>
              <a:ext uri="{FF2B5EF4-FFF2-40B4-BE49-F238E27FC236}">
                <a16:creationId xmlns:a16="http://schemas.microsoft.com/office/drawing/2014/main" id="{8A33FA86-A627-6ACD-A793-D677AA518DE2}"/>
              </a:ext>
            </a:extLst>
          </p:cNvPr>
          <p:cNvSpPr txBox="1">
            <a:spLocks/>
          </p:cNvSpPr>
          <p:nvPr/>
        </p:nvSpPr>
        <p:spPr>
          <a:xfrm>
            <a:off x="2406720" y="2287635"/>
            <a:ext cx="13474559" cy="6781839"/>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[1]  R. </a:t>
            </a:r>
            <a:r>
              <a:rPr lang="en-IN" sz="2400" dirty="0" err="1">
                <a:latin typeface="Times New Roman" panose="02020603050405020304" pitchFamily="18" charset="0"/>
                <a:cs typeface="Times New Roman" panose="02020603050405020304" pitchFamily="18" charset="0"/>
              </a:rPr>
              <a:t>Girshick</a:t>
            </a:r>
            <a:r>
              <a:rPr lang="en-IN" sz="2400" dirty="0">
                <a:latin typeface="Times New Roman" panose="02020603050405020304" pitchFamily="18" charset="0"/>
                <a:cs typeface="Times New Roman" panose="02020603050405020304" pitchFamily="18" charset="0"/>
              </a:rPr>
              <a:t>, "Fast R-CNN," in </a:t>
            </a:r>
            <a:r>
              <a:rPr lang="en-IN" sz="2400" i="1" dirty="0">
                <a:latin typeface="Times New Roman" panose="02020603050405020304" pitchFamily="18" charset="0"/>
                <a:cs typeface="Times New Roman" panose="02020603050405020304" pitchFamily="18" charset="0"/>
              </a:rPr>
              <a:t>IEEE International Conference on Computer Vision (ICCV)</a:t>
            </a:r>
            <a:r>
              <a:rPr lang="en-IN" sz="2400" dirty="0">
                <a:latin typeface="Times New Roman" panose="02020603050405020304" pitchFamily="18" charset="0"/>
                <a:cs typeface="Times New Roman" panose="02020603050405020304" pitchFamily="18" charset="0"/>
              </a:rPr>
              <a:t>, 	2015, pp. 1440-1448.image.jpg​</a:t>
            </a:r>
          </a:p>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[2]  J. Redmon, S. </a:t>
            </a:r>
            <a:r>
              <a:rPr lang="en-IN" sz="2400" dirty="0" err="1">
                <a:latin typeface="Times New Roman" panose="02020603050405020304" pitchFamily="18" charset="0"/>
                <a:cs typeface="Times New Roman" panose="02020603050405020304" pitchFamily="18" charset="0"/>
              </a:rPr>
              <a:t>Divvala</a:t>
            </a:r>
            <a:r>
              <a:rPr lang="en-IN" sz="2400" dirty="0">
                <a:latin typeface="Times New Roman" panose="02020603050405020304" pitchFamily="18" charset="0"/>
                <a:cs typeface="Times New Roman" panose="02020603050405020304" pitchFamily="18" charset="0"/>
              </a:rPr>
              <a:t>, R. </a:t>
            </a:r>
            <a:r>
              <a:rPr lang="en-IN" sz="2400" dirty="0" err="1">
                <a:latin typeface="Times New Roman" panose="02020603050405020304" pitchFamily="18" charset="0"/>
                <a:cs typeface="Times New Roman" panose="02020603050405020304" pitchFamily="18" charset="0"/>
              </a:rPr>
              <a:t>Girshick</a:t>
            </a:r>
            <a:r>
              <a:rPr lang="en-IN" sz="2400" dirty="0">
                <a:latin typeface="Times New Roman" panose="02020603050405020304" pitchFamily="18" charset="0"/>
                <a:cs typeface="Times New Roman" panose="02020603050405020304" pitchFamily="18" charset="0"/>
              </a:rPr>
              <a:t>, and A. Farhadi, "You Only Look Once: Unified, Real-	Time 	Object Detection," in </a:t>
            </a:r>
            <a:r>
              <a:rPr lang="en-IN" sz="2400" i="1" dirty="0">
                <a:latin typeface="Times New Roman" panose="02020603050405020304" pitchFamily="18" charset="0"/>
                <a:cs typeface="Times New Roman" panose="02020603050405020304" pitchFamily="18" charset="0"/>
              </a:rPr>
              <a:t>CVPR</a:t>
            </a:r>
            <a:r>
              <a:rPr lang="en-IN" sz="2400" dirty="0">
                <a:latin typeface="Times New Roman" panose="02020603050405020304" pitchFamily="18" charset="0"/>
                <a:cs typeface="Times New Roman" panose="02020603050405020304" pitchFamily="18" charset="0"/>
              </a:rPr>
              <a:t>, 2016.</a:t>
            </a:r>
          </a:p>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[3]   A. </a:t>
            </a:r>
            <a:r>
              <a:rPr lang="en-IN" sz="2400" dirty="0" err="1">
                <a:latin typeface="Times New Roman" panose="02020603050405020304" pitchFamily="18" charset="0"/>
                <a:cs typeface="Times New Roman" panose="02020603050405020304" pitchFamily="18" charset="0"/>
              </a:rPr>
              <a:t>Bochkovskiy</a:t>
            </a:r>
            <a:r>
              <a:rPr lang="en-IN" sz="2400" dirty="0">
                <a:latin typeface="Times New Roman" panose="02020603050405020304" pitchFamily="18" charset="0"/>
                <a:cs typeface="Times New Roman" panose="02020603050405020304" pitchFamily="18" charset="0"/>
              </a:rPr>
              <a:t>, C.-Y. Wang, and H.-Y.M. Liao, "YOLOv4: Optimal Speed and Accuracy of 	Object Detection," </a:t>
            </a:r>
            <a:r>
              <a:rPr lang="en-IN" sz="2400" i="1" dirty="0" err="1">
                <a:latin typeface="Times New Roman" panose="02020603050405020304" pitchFamily="18" charset="0"/>
                <a:cs typeface="Times New Roman" panose="02020603050405020304" pitchFamily="18" charset="0"/>
              </a:rPr>
              <a:t>arXiv</a:t>
            </a:r>
            <a:r>
              <a:rPr lang="en-IN" sz="2400" i="1" dirty="0">
                <a:latin typeface="Times New Roman" panose="02020603050405020304" pitchFamily="18" charset="0"/>
                <a:cs typeface="Times New Roman" panose="02020603050405020304" pitchFamily="18" charset="0"/>
              </a:rPr>
              <a:t> preprint arXiv:2004.10934</a:t>
            </a:r>
            <a:r>
              <a:rPr lang="en-IN" sz="2400" dirty="0">
                <a:latin typeface="Times New Roman" panose="02020603050405020304" pitchFamily="18" charset="0"/>
                <a:cs typeface="Times New Roman" panose="02020603050405020304" pitchFamily="18" charset="0"/>
              </a:rPr>
              <a:t>, 2020.</a:t>
            </a:r>
          </a:p>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[4]   Z. Wang, M. Li, J. Zeng, and X. Li, "MAL-YOLO: A Lightweight Algorithm for Target 	Detection in Side-Scan Sonar Images," </a:t>
            </a:r>
            <a:r>
              <a:rPr lang="en-IN" sz="2400" i="1" dirty="0">
                <a:latin typeface="Times New Roman" panose="02020603050405020304" pitchFamily="18" charset="0"/>
                <a:cs typeface="Times New Roman" panose="02020603050405020304" pitchFamily="18" charset="0"/>
              </a:rPr>
              <a:t>IEEE Access</a:t>
            </a:r>
            <a:r>
              <a:rPr lang="en-IN" sz="2400" dirty="0">
                <a:latin typeface="Times New Roman" panose="02020603050405020304" pitchFamily="18" charset="0"/>
                <a:cs typeface="Times New Roman" panose="02020603050405020304" pitchFamily="18" charset="0"/>
              </a:rPr>
              <a:t>, vol. 8, pp. 156123-156134, 2024.</a:t>
            </a:r>
          </a:p>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[5]   United Nations, "Transforming our world: The 2030 agenda for sustainable development," 2015.</a:t>
            </a:r>
          </a:p>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[6]   S. Xu et al., "Green Ecosystem Monitoring: Using AI for Marine 	Conservation," </a:t>
            </a:r>
            <a:r>
              <a:rPr lang="en-IN" sz="2400" i="1" dirty="0">
                <a:latin typeface="Times New Roman" panose="02020603050405020304" pitchFamily="18" charset="0"/>
                <a:cs typeface="Times New Roman" panose="02020603050405020304" pitchFamily="18" charset="0"/>
              </a:rPr>
              <a:t>Environmental Science &amp; Technology</a:t>
            </a:r>
            <a:r>
              <a:rPr lang="en-IN" sz="2400" dirty="0">
                <a:latin typeface="Times New Roman" panose="02020603050405020304" pitchFamily="18" charset="0"/>
                <a:cs typeface="Times New Roman" panose="02020603050405020304" pitchFamily="18" charset="0"/>
              </a:rPr>
              <a:t>, vol. 54, no. 7, pp. 4200–4210, 	2020.</a:t>
            </a:r>
          </a:p>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[7]   K. Lee et al., "Deep Learning Approaches for Underwater Image Analysis," </a:t>
            </a:r>
            <a:r>
              <a:rPr lang="en-IN" sz="2400" i="1" dirty="0">
                <a:latin typeface="Times New Roman" panose="02020603050405020304" pitchFamily="18" charset="0"/>
                <a:cs typeface="Times New Roman" panose="02020603050405020304" pitchFamily="18" charset="0"/>
              </a:rPr>
              <a:t>IEEE 	Transactions on Geoscience and Remote Sensing</a:t>
            </a:r>
            <a:r>
              <a:rPr lang="en-IN" sz="2400" dirty="0">
                <a:latin typeface="Times New Roman" panose="02020603050405020304" pitchFamily="18" charset="0"/>
                <a:cs typeface="Times New Roman" panose="02020603050405020304" pitchFamily="18" charset="0"/>
              </a:rPr>
              <a:t>, vol. 59, no. 4, pp. 3060–3074, April 2021.</a:t>
            </a:r>
          </a:p>
          <a:p>
            <a:pPr marL="114300" indent="0" algn="just">
              <a:buFont typeface="Arial" pitchFamily="34" charset="0"/>
              <a:buNone/>
            </a:pPr>
            <a:r>
              <a:rPr lang="en-IN" sz="2400" dirty="0">
                <a:latin typeface="Times New Roman" panose="02020603050405020304" pitchFamily="18" charset="0"/>
                <a:cs typeface="Times New Roman" panose="02020603050405020304" pitchFamily="18" charset="0"/>
              </a:rPr>
              <a:t>       [8] </a:t>
            </a:r>
            <a:r>
              <a:rPr lang="en-US" sz="2400" dirty="0">
                <a:latin typeface="Times New Roman" panose="02020603050405020304" pitchFamily="18" charset="0"/>
                <a:cs typeface="Times New Roman" panose="02020603050405020304" pitchFamily="18" charset="0"/>
              </a:rPr>
              <a:t>  G. Brown, S. Patel, and K. Rao, "Sonar Image Object Detection Using Deep Neural 	Networks," 	Journal of Marine Technology, vol. 88, no. 2, pp. 123-135, 2022.</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pSp>
        <p:nvGrpSpPr>
          <p:cNvPr id="16" name="Group 5">
            <a:extLst>
              <a:ext uri="{FF2B5EF4-FFF2-40B4-BE49-F238E27FC236}">
                <a16:creationId xmlns:a16="http://schemas.microsoft.com/office/drawing/2014/main" id="{38C8D2B4-DC13-44AC-F531-CC95EE034EEE}"/>
              </a:ext>
            </a:extLst>
          </p:cNvPr>
          <p:cNvGrpSpPr/>
          <p:nvPr/>
        </p:nvGrpSpPr>
        <p:grpSpPr>
          <a:xfrm>
            <a:off x="685800" y="702945"/>
            <a:ext cx="2958504" cy="902805"/>
            <a:chOff x="0" y="0"/>
            <a:chExt cx="2805100" cy="855993"/>
          </a:xfrm>
        </p:grpSpPr>
        <p:sp>
          <p:nvSpPr>
            <p:cNvPr id="17" name="Freeform 6">
              <a:extLst>
                <a:ext uri="{FF2B5EF4-FFF2-40B4-BE49-F238E27FC236}">
                  <a16:creationId xmlns:a16="http://schemas.microsoft.com/office/drawing/2014/main" id="{A3A08555-3A7F-AA7A-5377-D255BBAEE926}"/>
                </a:ext>
              </a:extLst>
            </p:cNvPr>
            <p:cNvSpPr/>
            <p:nvPr/>
          </p:nvSpPr>
          <p:spPr>
            <a:xfrm>
              <a:off x="0" y="0"/>
              <a:ext cx="2805049" cy="855980"/>
            </a:xfrm>
            <a:custGeom>
              <a:avLst/>
              <a:gdLst/>
              <a:ahLst/>
              <a:cxnLst/>
              <a:rect l="l" t="t" r="r" b="b"/>
              <a:pathLst>
                <a:path w="2805049" h="855980">
                  <a:moveTo>
                    <a:pt x="0" y="0"/>
                  </a:moveTo>
                  <a:lnTo>
                    <a:pt x="2805049" y="0"/>
                  </a:lnTo>
                  <a:lnTo>
                    <a:pt x="2805049" y="855980"/>
                  </a:lnTo>
                  <a:lnTo>
                    <a:pt x="0" y="855980"/>
                  </a:lnTo>
                  <a:lnTo>
                    <a:pt x="0" y="0"/>
                  </a:lnTo>
                  <a:close/>
                </a:path>
              </a:pathLst>
            </a:custGeom>
            <a:blipFill>
              <a:blip r:embed="rId3"/>
              <a:stretch>
                <a:fillRect r="-1" b="-10568"/>
              </a:stretch>
            </a:blipFill>
          </p:spPr>
          <p:txBody>
            <a:bodyPr/>
            <a:lstStyle/>
            <a:p>
              <a:endParaRPr lang="en-IN"/>
            </a:p>
          </p:txBody>
        </p:sp>
      </p:grpSp>
      <p:grpSp>
        <p:nvGrpSpPr>
          <p:cNvPr id="24" name="Group 13">
            <a:extLst>
              <a:ext uri="{FF2B5EF4-FFF2-40B4-BE49-F238E27FC236}">
                <a16:creationId xmlns:a16="http://schemas.microsoft.com/office/drawing/2014/main" id="{FCCBF54D-E357-11D4-B5B8-FD6DBF0BD71D}"/>
              </a:ext>
            </a:extLst>
          </p:cNvPr>
          <p:cNvGrpSpPr/>
          <p:nvPr/>
        </p:nvGrpSpPr>
        <p:grpSpPr>
          <a:xfrm>
            <a:off x="15187594" y="697490"/>
            <a:ext cx="2404774" cy="1132521"/>
            <a:chOff x="0" y="0"/>
            <a:chExt cx="2280082" cy="1073798"/>
          </a:xfrm>
        </p:grpSpPr>
        <p:sp>
          <p:nvSpPr>
            <p:cNvPr id="25" name="Freeform 14" descr="icot 2023 Trifold Brochure_14.02.2023">
              <a:extLst>
                <a:ext uri="{FF2B5EF4-FFF2-40B4-BE49-F238E27FC236}">
                  <a16:creationId xmlns:a16="http://schemas.microsoft.com/office/drawing/2014/main" id="{7EF7307E-1F51-B026-4DCD-8986222F6584}"/>
                </a:ext>
              </a:extLst>
            </p:cNvPr>
            <p:cNvSpPr/>
            <p:nvPr/>
          </p:nvSpPr>
          <p:spPr>
            <a:xfrm>
              <a:off x="0" y="0"/>
              <a:ext cx="2280031" cy="1073785"/>
            </a:xfrm>
            <a:custGeom>
              <a:avLst/>
              <a:gdLst/>
              <a:ahLst/>
              <a:cxnLst/>
              <a:rect l="l" t="t" r="r" b="b"/>
              <a:pathLst>
                <a:path w="2280031" h="1073785">
                  <a:moveTo>
                    <a:pt x="0" y="0"/>
                  </a:moveTo>
                  <a:lnTo>
                    <a:pt x="2280031" y="0"/>
                  </a:lnTo>
                  <a:lnTo>
                    <a:pt x="2280031" y="1073785"/>
                  </a:lnTo>
                  <a:lnTo>
                    <a:pt x="0" y="1073785"/>
                  </a:lnTo>
                  <a:lnTo>
                    <a:pt x="0" y="0"/>
                  </a:lnTo>
                  <a:close/>
                </a:path>
              </a:pathLst>
            </a:custGeom>
            <a:blipFill>
              <a:blip r:embed="rId4"/>
              <a:stretch>
                <a:fillRect r="-2" b="-1"/>
              </a:stretch>
            </a:blipFill>
          </p:spPr>
          <p:txBody>
            <a:bodyPr/>
            <a:lstStyle/>
            <a:p>
              <a:endParaRPr lang="en-IN"/>
            </a:p>
          </p:txBody>
        </p:sp>
      </p:grpSp>
      <p:grpSp>
        <p:nvGrpSpPr>
          <p:cNvPr id="26" name="Group 7">
            <a:extLst>
              <a:ext uri="{FF2B5EF4-FFF2-40B4-BE49-F238E27FC236}">
                <a16:creationId xmlns:a16="http://schemas.microsoft.com/office/drawing/2014/main" id="{336A9094-EE03-8729-72A8-659D96BAD8A6}"/>
              </a:ext>
            </a:extLst>
          </p:cNvPr>
          <p:cNvGrpSpPr/>
          <p:nvPr/>
        </p:nvGrpSpPr>
        <p:grpSpPr>
          <a:xfrm>
            <a:off x="914399" y="9441570"/>
            <a:ext cx="5257801" cy="640640"/>
            <a:chOff x="-1950720" y="-88132"/>
            <a:chExt cx="4985173" cy="607421"/>
          </a:xfrm>
        </p:grpSpPr>
        <p:sp>
          <p:nvSpPr>
            <p:cNvPr id="27" name="Freeform 8">
              <a:extLst>
                <a:ext uri="{FF2B5EF4-FFF2-40B4-BE49-F238E27FC236}">
                  <a16:creationId xmlns:a16="http://schemas.microsoft.com/office/drawing/2014/main" id="{30794E4D-18CC-7DD3-3453-B2F8D4BE4297}"/>
                </a:ext>
              </a:extLst>
            </p:cNvPr>
            <p:cNvSpPr/>
            <p:nvPr/>
          </p:nvSpPr>
          <p:spPr>
            <a:xfrm>
              <a:off x="0" y="0"/>
              <a:ext cx="3034453" cy="519289"/>
            </a:xfrm>
            <a:custGeom>
              <a:avLst/>
              <a:gdLst/>
              <a:ahLst/>
              <a:cxnLst/>
              <a:rect l="l" t="t" r="r" b="b"/>
              <a:pathLst>
                <a:path w="3034453" h="519289">
                  <a:moveTo>
                    <a:pt x="0" y="0"/>
                  </a:moveTo>
                  <a:lnTo>
                    <a:pt x="3034453" y="0"/>
                  </a:lnTo>
                  <a:lnTo>
                    <a:pt x="3034453" y="519289"/>
                  </a:lnTo>
                  <a:lnTo>
                    <a:pt x="0" y="519289"/>
                  </a:lnTo>
                  <a:close/>
                </a:path>
              </a:pathLst>
            </a:custGeom>
            <a:blipFill>
              <a:blip r:embed="rId2">
                <a:alphaModFix amt="0"/>
              </a:blip>
              <a:stretch>
                <a:fillRect t="-63860" b="-63860"/>
              </a:stretch>
            </a:blipFill>
          </p:spPr>
          <p:txBody>
            <a:bodyPr/>
            <a:lstStyle/>
            <a:p>
              <a:endParaRPr lang="en-IN"/>
            </a:p>
          </p:txBody>
        </p:sp>
        <p:sp>
          <p:nvSpPr>
            <p:cNvPr id="28" name="TextBox 9">
              <a:extLst>
                <a:ext uri="{FF2B5EF4-FFF2-40B4-BE49-F238E27FC236}">
                  <a16:creationId xmlns:a16="http://schemas.microsoft.com/office/drawing/2014/main" id="{2788AA34-B48F-B190-E683-A0AE5E85A5F5}"/>
                </a:ext>
              </a:extLst>
            </p:cNvPr>
            <p:cNvSpPr txBox="1"/>
            <p:nvPr/>
          </p:nvSpPr>
          <p:spPr>
            <a:xfrm>
              <a:off x="-1950720" y="-88132"/>
              <a:ext cx="3034449" cy="557390"/>
            </a:xfrm>
            <a:prstGeom prst="rect">
              <a:avLst/>
            </a:prstGeom>
          </p:spPr>
          <p:txBody>
            <a:bodyPr lIns="0" tIns="0" rIns="0" bIns="0" rtlCol="0" anchor="ctr"/>
            <a:lstStyle/>
            <a:p>
              <a:pPr algn="l">
                <a:lnSpc>
                  <a:spcPts val="2159"/>
                </a:lnSpc>
              </a:pPr>
              <a:r>
                <a:rPr lang="en-US" sz="1799" dirty="0">
                  <a:solidFill>
                    <a:srgbClr val="888888"/>
                  </a:solidFill>
                  <a:latin typeface="Calibri (MS)"/>
                  <a:ea typeface="Calibri (MS)"/>
                  <a:cs typeface="Calibri (MS)"/>
                  <a:sym typeface="Calibri (MS)"/>
                </a:rPr>
                <a:t>28/03/2026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TotalTime>
  <Words>1935</Words>
  <Application>Microsoft Office PowerPoint</Application>
  <PresentationFormat>Custom</PresentationFormat>
  <Paragraphs>310</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Times New Roman Bold</vt:lpstr>
      <vt:lpstr>Aptos</vt:lpstr>
      <vt:lpstr>Calibri (MS) Bold</vt:lpstr>
      <vt:lpstr>Times New Roman</vt:lpstr>
      <vt:lpstr>Calibri</vt:lpstr>
      <vt:lpstr>Arial</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Review 1</dc:title>
  <cp:lastModifiedBy>Akshat Danve</cp:lastModifiedBy>
  <cp:revision>4</cp:revision>
  <cp:lastPrinted>2026-02-28T00:40:29Z</cp:lastPrinted>
  <dcterms:created xsi:type="dcterms:W3CDTF">2006-08-16T00:00:00Z</dcterms:created>
  <dcterms:modified xsi:type="dcterms:W3CDTF">2026-03-27T19:09:00Z</dcterms:modified>
  <dc:identifier>DAHCf04kC1s</dc:identifier>
</cp:coreProperties>
</file>